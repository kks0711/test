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- ▸ 중주제 표지</a:t>
            </a:r>
          </a:p>
          <a:p>
            <a:r>
              <a:t>【배경】SKY — 하늘·초원 일러스트: 안전하고 밝은 첫인상, 저학년의 주의 집중과 "열린 땅" 이미지</a:t>
            </a:r>
          </a:p>
          <a:p>
            <a:r>
              <a:t>【진행·멘트】입장 음악과 함께 표지를 띄워 둡니다. 아이들이 들어오며 지도 속 "우리 동네"를 찾도록 유도합니다.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- ▸ 중주제 도입</a:t>
            </a:r>
          </a:p>
          <a:p>
            <a:r>
              <a:t>【배경】BOARD — 칠판+나무 책상: 교실 문법(질문·활동·소개)에 즉시 몰입. 흰 글씨 큰 판서</a:t>
            </a:r>
          </a:p>
          <a:p>
            <a:r>
              <a:t>【미디어】[활동] 선생님 얼굴 사진(선택)</a:t>
            </a:r>
          </a:p>
          <a:p>
            <a:r>
              <a:t>  ▸ 준비: 본인 사진 1장(밝은 표정, 정면). 칠판 판서 느낌 유지를 위해 우측 하단 원형 크롭</a:t>
            </a:r>
          </a:p>
          <a:p>
            <a:r>
              <a:t>【진행·멘트】강사명은 학교별로 입력합니다. 첫 30초는 이름보다 "손 번쩍" 약속으로 분위기를 만듭니다.</a:t>
            </a:r>
          </a:p>
          <a:p>
            <a:r>
              <a:t>【시간】약 1분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- ▸ 중주제 도입</a:t>
            </a:r>
          </a:p>
          <a:p>
            <a:r>
              <a:t>【배경】BOARD — 칠판+나무 책상: 교실 문법(질문·활동·소개)에 즉시 몰입. 흰 글씨 큰 판서</a:t>
            </a:r>
          </a:p>
          <a:p>
            <a:r>
              <a:t>【진행·멘트】목표를 3개만 읽어 줍니다. 수업 끝에 "오늘 세 가지 기억나요?"로 되돌아옵니다.</a:t>
            </a:r>
          </a:p>
          <a:p>
            <a:r>
              <a:t>【시간】약 1분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- ▸ 중주제 도입</a:t>
            </a:r>
          </a:p>
          <a:p>
            <a:r>
              <a:t>【배경】NOTE — 격자 노트 질감: 생각 쓰기·정리·활동 슬라이드. 카드 위 글씨 가독성 최상</a:t>
            </a:r>
          </a:p>
          <a:p>
            <a:r>
              <a:t>【진행·멘트】4개의 대주제를 "여행 지도"처럼 소개합니다. 각 장 옆 시간을 보여 주어 아이들이 흐름을 예측하게 합니다.</a:t>
            </a:r>
          </a:p>
          <a:p>
            <a:r>
              <a:t>【시간】약 1분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내 하루는 자유로워요 ▸ 중주제 (대주제 전환) 내 하루는 자유로워요</a:t>
            </a:r>
          </a:p>
          <a:p>
            <a:r>
              <a:t>【배경】CLEAN — 밝은 모눈 바탕: 개념·비교·정보 중심. 시각 소음 최소</a:t>
            </a:r>
          </a:p>
          <a:p>
            <a:r>
              <a:t>【진행·멘트】파트 전환 효과: 색이 바뀌면 "새 장"입니다. 박수 한 번으로 신호를 만듭니다.</a:t>
            </a:r>
          </a:p>
          <a:p>
            <a:r>
              <a:t>【시간】약 10분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내 하루는 자유로워요 ▸ 중주제 1-1 궁금한 것을 물어봐요</a:t>
            </a:r>
          </a:p>
          <a:p>
            <a:r>
              <a:t>【배경】NOTE — 격자 노트 질감: 생각 쓰기·정리·활동 슬라이드. 카드 위 글씨 가독성 최상</a:t>
            </a:r>
          </a:p>
          <a:p>
            <a:r>
              <a:t>【진행·멘트】정답이 없는 질문입니다. 발표한 아이마다 "좋은 질문이에요!"로 받아 줍니다. 질문할 수 있다는 것이 오늘의 첫 번째 자유입니다.</a:t>
            </a:r>
          </a:p>
          <a:p>
            <a:r>
              <a:t>【시간】약 2분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내 하루는 자유로워요 ▸ 중주제 1-2 보고 싶은 책, 만나고 싶은 친구</a:t>
            </a:r>
          </a:p>
          <a:p>
            <a:r>
              <a:t>【배경】SKY — 하늘·초원 일러스트: 안전하고 밝은 첫인상, 저학년의 주의 집중과 "열린 땅" 이미지</a:t>
            </a:r>
          </a:p>
          <a:p>
            <a:r>
              <a:t>【미디어】[일러스트] 도서관 책장 앞에서 책을 고르는 어린이</a:t>
            </a:r>
          </a:p>
          <a:p>
            <a:r>
              <a:t>  ▸ 준비: 동화풍 벡터 일러스트(저작권 무료·직접 제작). 밝은 색, 책 표지가 다양해 "고르는 즐거움"이 보이게</a:t>
            </a:r>
          </a:p>
          <a:p>
            <a:r>
              <a:t>【진행·멘트】"여러분은 오늘 무슨 책 읽었어요?" 고를 수 있다는 것을 몸으로 느끼게 합니다.</a:t>
            </a:r>
          </a:p>
          <a:p>
            <a:r>
              <a:t>【시간】약 2분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내 하루는 자유로워요 ▸ 중주제 1-2 보고 싶은 책, 만나고 싶은 친구</a:t>
            </a:r>
          </a:p>
          <a:p>
            <a:r>
              <a:t>【배경】SKY — 하늘·초원 일러스트: 안전하고 밝은 첫인상, 저학년의 주의 집중과 "열린 땅" 이미지</a:t>
            </a:r>
          </a:p>
          <a:p>
            <a:r>
              <a:t>【진행·멘트】세 장의 카드를 하나씩 넘기며 손가락으로 센 후 "이게 다 자유야"로 묶습니다.</a:t>
            </a:r>
          </a:p>
          <a:p>
            <a:r>
              <a:t>【시간】약 2분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내 하루는 자유로워요 ▸ 중주제 1-3 커서 되고 싶은 나</a:t>
            </a:r>
          </a:p>
          <a:p>
            <a:r>
              <a:t>【배경】WARM — 따뜻한 석양 톤: 소망·다짐·꿈. 정서적 마무리</a:t>
            </a:r>
          </a:p>
          <a:p>
            <a:r>
              <a:t>【미디어】[활동] 꿈 그림 카드 예시(소방관·의사·선생님)</a:t>
            </a:r>
          </a:p>
          <a:p>
            <a:r>
              <a:t>  ▸ 준비: 직업 일러스트 6종을 그리드로. 아이가 그린 그림을 사진 찍어 마지막 슬라이드에서 재활용 가능</a:t>
            </a:r>
          </a:p>
          <a:p>
            <a:r>
              <a:t>【진행·멘트】꿈은 다음 파트의 "북쪽 친구도 꿈꿔요"로 연결됩니다. 직업 나열이 아니라 "내가 선택한다"를 강조합니다.</a:t>
            </a:r>
          </a:p>
          <a:p>
            <a:r>
              <a:t>【시간】약 3분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내 하루는 자유로워요 ▸ 중주제 1-3 커서 되고 싶은 나</a:t>
            </a:r>
          </a:p>
          <a:p>
            <a:r>
              <a:t>【배경】WARM — 따뜻한 석양 톤: 소망·다짐·꿈. 정서적 마무리</a:t>
            </a:r>
          </a:p>
          <a:p>
            <a:r>
              <a:t>【진행·멘트】창세기 1:27(하나님의 형상) 한 문장만 말합니다. 어려운 설명은 생략하고 "하나님이 우리를 선택할 수 있게 지으셨다"로 마무리.</a:t>
            </a:r>
          </a:p>
          <a:p>
            <a:r>
              <a:t>【시간】약 1분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북쪽에도 친구가 살아요 ▸ 중주제 (대주제 전환) 북쪽에도 친구가 살아요</a:t>
            </a:r>
          </a:p>
          <a:p>
            <a:r>
              <a:t>【배경】CLEAN — 밝은 모눈 바탕: 개념·비교·정보 중심. 시각 소음 최소</a:t>
            </a:r>
          </a:p>
          <a:p>
            <a:r>
              <a:t>【진행·멘트】"이제 지도로 떠나요!" 하며 가상의 기차 효과음을 틀어도 좋습니다.</a:t>
            </a:r>
          </a:p>
          <a:p>
            <a:r>
              <a:t>【시간】약 8분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북쪽에도 친구가 살아요 ▸ 중주제 2-1 한반도 지도를 봐요</a:t>
            </a:r>
          </a:p>
          <a:p>
            <a:r>
              <a:t>【배경】SKY — 하늘·초원 일러스트: 안전하고 밝은 첫인상, 저학년의 주의 집중과 "열린 땅" 이미지</a:t>
            </a:r>
          </a:p>
          <a:p>
            <a:r>
              <a:t>【미디어】[지도] 컬러 한반도 전도 + 바다·산 일러스트</a:t>
            </a:r>
          </a:p>
          <a:p>
            <a:r>
              <a:t>  ▸ 준비: 위키미디어 공용 CC0/CC-BY 한반도 지도 또는 직접 제작 일러스트. 시·도 경계는 생략, 서울·바다 이름만. 북쪽까지 화면 안에 꽉 차게</a:t>
            </a:r>
          </a:p>
          <a:p>
            <a:r>
              <a:t>【진행·멘트】아이들이 자기 동네를 찾게 합니다. "이 지도에서 우리나라는 어디까지일까요?"라고 묻고 정답은 서두르지 않습니다.</a:t>
            </a:r>
          </a:p>
          <a:p>
            <a:r>
              <a:t>【시간】약 2분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북쪽에도 친구가 살아요 ▸ 중주제 2-2 나와 같은 아이들</a:t>
            </a:r>
          </a:p>
          <a:p>
            <a:r>
              <a:t>【배경】SKY — 하늘·초원 일러스트: 안전하고 밝은 첫인상, 저학년의 주의 집중과 "열린 땅" 이미지</a:t>
            </a:r>
          </a:p>
          <a:p>
            <a:r>
              <a:t>【미디어】[일러스트] 남쪽 아이와 북쪽 아이가 같은 지도 위에서 서로 손 흔드는 그림</a:t>
            </a:r>
          </a:p>
          <a:p>
            <a:r>
              <a:t>  ▸ 준비: 국적·이념 상징(깃발·군복) 없이 평범한 어린이 복장. 두 아이의 표정은 호기심과 친근함</a:t>
            </a:r>
          </a:p>
          <a:p>
            <a:r>
              <a:t>【진행·멘트】북한 어린이의 생활 환경을 단정적으로 묘사하지 않습니다. "우리와 같은 마음을 가진 아이"라는 공통점에 머무릅니다.</a:t>
            </a:r>
          </a:p>
          <a:p>
            <a:r>
              <a:t>【시간】약 3분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북쪽에도 친구가 살아요 ▸ 중주제 2-3 하나님이 지으신 사람</a:t>
            </a:r>
          </a:p>
          <a:p>
            <a:r>
              <a:t>【배경】BOARD — 칠판+나무 책상: 교실 문법(질문·활동·소개)에 즉시 몰입. 흰 글씨 큰 판서</a:t>
            </a:r>
          </a:p>
          <a:p>
            <a:r>
              <a:t>【진행·멘트】판서처럼 한 줄씩 천천히 읽게 합니다. 남쪽 친구도 북쪽 친구도 같은 "하나님의 형상"임을 강조합니다.</a:t>
            </a:r>
          </a:p>
          <a:p>
            <a:r>
              <a:t>【시간】약 2분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북쪽에도 친구가 살아요 ▸ 중주제 2-3 하나님이 지으신 사람</a:t>
            </a:r>
          </a:p>
          <a:p>
            <a:r>
              <a:t>【배경】BOARD — 칠판+나무 책상: 교실 문법(질문·활동·소개)에 즉시 몰입. 흰 글씨 큰 판서</a:t>
            </a:r>
          </a:p>
          <a:p>
            <a:r>
              <a:t>【진행·멘트】정권과 주민의 구분은 저학년 수준에서 "사람을 미워하지 않는다"로 번역합니다. 북한 사람 전체를 나쁜 사람으로 낙인찍는 표현은 쓰지 않습니다.</a:t>
            </a:r>
          </a:p>
          <a:p>
            <a:r>
              <a:t>【시간】약 1분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끊어진 길 ▸ 중주제 (대주제 전환) 끊어진 길</a:t>
            </a:r>
          </a:p>
          <a:p>
            <a:r>
              <a:t>【배경】CLEAN — 밝은 모눈 바탕: 개념·비교·정보 중심. 시각 소음 최소</a:t>
            </a:r>
          </a:p>
          <a:p>
            <a:r>
              <a:t>【진행·멘트】분위기를 한 톤 낮춥니다. 속삭이듯 "이번엔 조금 슬픈 이야기예요."</a:t>
            </a:r>
          </a:p>
          <a:p>
            <a:r>
              <a:t>【시간】약 9분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끊어진 길 ▸ 중주제 3-1 하나였던 우리나라</a:t>
            </a:r>
          </a:p>
          <a:p>
            <a:r>
              <a:t>【배경】NOTE — 격자 노트 질감: 생각 쓰기·정리·활동 슬라이드. 카드 위 글씨 가독성 최상</a:t>
            </a:r>
          </a:p>
          <a:p>
            <a:r>
              <a:t>【미디어】[활동] 한 장의 한반도 종이가 둘로 찢어지는 장면(실연 또는 영상)</a:t>
            </a:r>
          </a:p>
          <a:p>
            <a:r>
              <a:t>  ▸ 준비: 교실에서 실제 종이 찢기. 대체: 10초 스톱모션 영상. 비유임을 분명히 하고 "진짜 역사는 더 복잡해요"로 마무리</a:t>
            </a:r>
          </a:p>
          <a:p>
            <a:r>
              <a:t>【진행·멘트】하나로 이어진 물건이 둘로 나뉘는 비유입니다. 비유가 역사를 대신하지 않으므로 마지막에 한 문장으로 선을 긋습니다.</a:t>
            </a:r>
          </a:p>
          <a:p>
            <a:r>
              <a:t>【시간】약 2분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끊어진 길 ▸ 중주제 3-1 하나였던 우리나라</a:t>
            </a:r>
          </a:p>
          <a:p>
            <a:r>
              <a:t>【배경】NIGHT — 남색 밤하늘: 야경·단절·그리움 등 무게 있는 장면. 사진/위성이미지가 돋보임</a:t>
            </a:r>
          </a:p>
          <a:p>
            <a:r>
              <a:t>【미디어】[지도] 한반도 위 38선 표시 일러스트(분홍 점선)</a:t>
            </a:r>
          </a:p>
          <a:p>
            <a:r>
              <a:t>  ▸ 준비: 1945.8 광복 직후 미·소 분할 점령선. 38선은 지금의 군사분계선과 다르다는 점은 고학년 때 다룸. 저학년은 선과 숫자만</a:t>
            </a:r>
          </a:p>
          <a:p>
            <a:r>
              <a:t>【진행·멘트】연도와 이름 암기는 요구하지 않습니다. "선이 생겼다"는 인상이 목표입니다.</a:t>
            </a:r>
          </a:p>
          <a:p>
            <a:r>
              <a:t>【시간】약 2분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끊어진 길 ▸ 중주제 3-2 만나지 못하는 가족</a:t>
            </a:r>
          </a:p>
          <a:p>
            <a:r>
              <a:t>【배경】NIGHT — 남색 밤하늘: 야경·단절·그리움 등 무게 있는 장면. 사진/위성이미지가 돋보임</a:t>
            </a:r>
          </a:p>
          <a:p>
            <a:r>
              <a:t>【미디어】[사진] 이산가족 상봉 행사에서 서로 안아 주는 장면</a:t>
            </a:r>
          </a:p>
          <a:p>
            <a:r>
              <a:t>  ▸ 준비: 통일부 공공누리(KOGL) 제1유형 이미지만 사용. 상봉 인원·시점은 최신 통일부 자료 확인 후 필요 시 캡션 추가. 얼굴 클로즈업보다 손잡은 장면 우선</a:t>
            </a:r>
          </a:p>
          <a:p>
            <a:r>
              <a:t>【진행·멘트】"할머니가 보고 싶은 가족이 있는데 갈 수 없다면 어떤 마음일까요?"로 감정을 열고, 슬픔에 오래 머물지 않습니다.</a:t>
            </a:r>
          </a:p>
          <a:p>
            <a:r>
              <a:t>【시간】약 2분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끊어진 길 ▸ 중주제 3-3 끊어진 길</a:t>
            </a:r>
          </a:p>
          <a:p>
            <a:r>
              <a:t>【배경】NIGHT — 남색 밤하늘: 야경·단절·그리움 등 무게 있는 장면. 사진/위성이미지가 돋보임</a:t>
            </a:r>
          </a:p>
          <a:p>
            <a:r>
              <a:t>【미디어】[사진] 임진각 "철마는 달리고 싶다" 증기기관차 / 경의선 도라산역</a:t>
            </a:r>
          </a:p>
          <a:p>
            <a:r>
              <a:t>  ▸ 준비: 국가기록원·한국관광공사 공공누리 사진. 철조망 리본이 함께 보이는 구도. 대체: 일러스트</a:t>
            </a:r>
          </a:p>
          <a:p>
            <a:r>
              <a:t>【진행·멘트】"기차를 타고 평양까지, 더 멀리까지 가 보고 싶지 않나요?" 길이 끊어졌다는 것을 눈으로 보게 합니다.</a:t>
            </a:r>
          </a:p>
          <a:p>
            <a:r>
              <a:t>【시간】약 2분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끊어진 길 ▸ 중주제 3-3 끊어진 길</a:t>
            </a:r>
          </a:p>
          <a:p>
            <a:r>
              <a:t>【배경】NIGHT — 남색 밤하늘: 야경·단절·그리움 등 무게 있는 장면. 사진/위성이미지가 돋보임</a:t>
            </a:r>
          </a:p>
          <a:p>
            <a:r>
              <a:t>【진행·멘트】이 파트의 핵심 한 문장입니다. 아이들이 따라 말하게 합니다.</a:t>
            </a:r>
          </a:p>
          <a:p>
            <a:r>
              <a:t>【시간】약 1분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함께 자유롭게 살아요 ▸ 중주제 (대주제 전환) 함께 자유롭게 살아요</a:t>
            </a:r>
          </a:p>
          <a:p>
            <a:r>
              <a:t>【배경】CLEAN — 밝은 모눈 바탕: 개념·비교·정보 중심. 시각 소음 최소</a:t>
            </a:r>
          </a:p>
          <a:p>
            <a:r>
              <a:t>【진행·멘트】색이 따뜻해지고 희망으로 전환됩니다. "이제 우리는 무엇을 할 수 있을까요?"</a:t>
            </a:r>
          </a:p>
          <a:p>
            <a:r>
              <a:t>【시간】약 9분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함께 자유롭게 살아요 ▸ 중주제 4-1 함께, 그리고 자유롭게</a:t>
            </a:r>
          </a:p>
          <a:p>
            <a:r>
              <a:t>【배경】NOTE — 격자 노트 질감: 생각 쓰기·정리·활동 슬라이드. 카드 위 글씨 가독성 최상</a:t>
            </a:r>
          </a:p>
          <a:p>
            <a:r>
              <a:t>【진행·멘트】같이 사는 것(공존)과 함께 자유롭게 사는 것의 차이를 놀이터 비유로 찾게 합니다. 정답 대신 아이들의 말을 칠판에 적습니다.</a:t>
            </a:r>
          </a:p>
          <a:p>
            <a:r>
              <a:t>【시간】약 2분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함께 자유롭게 살아요 ▸ 중주제 4-2 자유를 착하게 써요</a:t>
            </a:r>
          </a:p>
          <a:p>
            <a:r>
              <a:t>【배경】WARM — 따뜻한 석양 톤: 소망·다짐·꿈. 정서적 마무리</a:t>
            </a:r>
          </a:p>
          <a:p>
            <a:r>
              <a:t>【진행·멘트】자유 → 책임 → 섬김 흐름을 가장 쉬운 말로 줄였습니다. "하고 싶은 대로"가 자유가 아님을 한 번만 짚어 줍니다.</a:t>
            </a:r>
          </a:p>
          <a:p>
            <a:r>
              <a:t>【시간】약 2분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함께 자유롭게 살아요 ▸ 중주제 4-3 오늘의 다짐</a:t>
            </a:r>
          </a:p>
          <a:p>
            <a:r>
              <a:t>【배경】WARM — 따뜻한 석양 톤: 소망·다짐·꿈. 정서적 마무리</a:t>
            </a:r>
          </a:p>
          <a:p>
            <a:r>
              <a:t>【미디어】[활동] 다짐 카드 양식(별 모양 카드)</a:t>
            </a:r>
          </a:p>
          <a:p>
            <a:r>
              <a:t>  ▸ 준비: A5 카드 인쇄물. 앞면 "나는 ○○ 해요", 뒷면 "북쪽 친구에게" 한 줄. 한글 쓰기 어려운 아이는 그림 허용</a:t>
            </a:r>
          </a:p>
          <a:p>
            <a:r>
              <a:t>【진행·멘트】카드를 교실 뒤 "통일 나무"에 붙이게 하면 학교 안에 수업 흔적이 남습니다.</a:t>
            </a:r>
          </a:p>
          <a:p>
            <a:r>
              <a:t>【시간】약 3분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함께 자유롭게 살아요 ▸ 중주제 4-3 오늘의 다짐</a:t>
            </a:r>
          </a:p>
          <a:p>
            <a:r>
              <a:t>【배경】WARM — 따뜻한 석양 톤: 소망·다짐·꿈. 정서적 마무리</a:t>
            </a:r>
          </a:p>
          <a:p>
            <a:r>
              <a:t>【진행·멘트】처음 목표 3가지와 같은 문장으로 돌아옵니다. 마지막 질문은 답을 요구하지 않고 생각하며 퇴장하게 합니다.</a:t>
            </a:r>
          </a:p>
          <a:p>
            <a:r>
              <a:t>【시간】약 2분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- ▸ 중주제 마무리</a:t>
            </a:r>
          </a:p>
          <a:p>
            <a:r>
              <a:t>【배경】SKY — 하늘·초원 일러스트: 안전하고 밝은 첫인상, 저학년의 주의 집중과 "열린 땅" 이미지</a:t>
            </a:r>
          </a:p>
          <a:p>
            <a:r>
              <a:t>【진행·멘트】손을 흔들며 마무리합니다. 다짐 카드는 모아 담임교사와 공유합니다.</a:t>
            </a:r>
          </a:p>
          <a:p>
            <a:r>
              <a:t>【시간】약 1분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K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22960" y="1371600"/>
            <a:ext cx="7498079" cy="4206240"/>
          </a:xfrm>
          <a:prstGeom prst="roundRect">
            <a:avLst>
              <a:gd name="adj" fmla="val 6521"/>
            </a:avLst>
          </a:prstGeom>
          <a:solidFill>
            <a:srgbClr val="FFFFFF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43000" y="1691640"/>
            <a:ext cx="2651760" cy="457200"/>
          </a:xfrm>
          <a:prstGeom prst="roundRect">
            <a:avLst>
              <a:gd name="adj" fmla="val 40000"/>
            </a:avLst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691640"/>
            <a:ext cx="265176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REBUILDER 통일교육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31720"/>
            <a:ext cx="6949440" cy="21031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5400" b="1">
                <a:solidFill>
                  <a:srgbClr val="1F2A37"/>
                </a:solidFill>
                <a:latin typeface="Malgun Gothic"/>
                <a:ea typeface="Malgun Gothic"/>
              </a:rPr>
              <a:t>북쪽에도
</a:t>
            </a:r>
            <a:r>
              <a:rPr sz="5400" b="1">
                <a:solidFill>
                  <a:srgbClr val="1F8A5B"/>
                </a:solidFill>
                <a:latin typeface="Malgun Gothic"/>
                <a:ea typeface="Malgun Gothic"/>
              </a:rPr>
              <a:t>친구</a:t>
            </a:r>
            <a:r>
              <a:rPr sz="5400" b="1">
                <a:solidFill>
                  <a:srgbClr val="1F2A37"/>
                </a:solidFill>
                <a:latin typeface="Malgun Gothic"/>
                <a:ea typeface="Malgun Gothic"/>
              </a:rPr>
              <a:t>가 살아요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480560"/>
            <a:ext cx="6949440" cy="822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0">
                <a:solidFill>
                  <a:srgbClr val="5B6773"/>
                </a:solidFill>
                <a:latin typeface="Malgun Gothic"/>
                <a:ea typeface="Malgun Gothic"/>
              </a:rPr>
              <a:t>내가 말하고 배우고 꿈꿀 수 있다는 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41080" y="1371600"/>
            <a:ext cx="2743200" cy="4206240"/>
          </a:xfrm>
          <a:prstGeom prst="roundRect">
            <a:avLst>
              <a:gd name="adj" fmla="val 10000"/>
            </a:avLst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1080" y="1691640"/>
            <a:ext cx="274320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algun Gothic"/>
                <a:ea typeface="Malgun Gothic"/>
              </a:rPr>
              <a:t>초등 저학년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2468880"/>
            <a:ext cx="2560320" cy="2926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Malgun Gothic"/>
                <a:ea typeface="Malgun Gothic"/>
              </a:rPr>
              <a:t>초등 저학년 1회 특강</a:t>
            </a:r>
          </a:p>
          <a:p>
            <a:pPr algn="ctr">
              <a:lnSpc>
                <a:spcPct val="112000"/>
              </a:lnSpc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Malgun Gothic"/>
                <a:ea typeface="Malgun Gothic"/>
              </a:rPr>
              <a:t>35~40분</a:t>
            </a:r>
          </a:p>
          <a:p>
            <a:pPr algn="ctr">
              <a:lnSpc>
                <a:spcPct val="112000"/>
              </a:lnSpc>
              <a:spcAft>
                <a:spcPts val="800"/>
              </a:spcAft>
            </a:pPr>
          </a:p>
          <a:p>
            <a:pPr algn="ctr">
              <a:lnSpc>
                <a:spcPct val="112000"/>
              </a:lnSpc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Malgun Gothic"/>
                <a:ea typeface="Malgun Gothic"/>
              </a:rPr>
              <a:t>질문 · 그림 · 놀이로 만나는 한반도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5B6773"/>
                </a:solidFill>
                <a:latin typeface="Malgun Gothic"/>
                <a:ea typeface="Malgun Gothic"/>
              </a:rPr>
              <a:t>제안: SEE-IT  |  자유와 사람을 위한 통일 — 구속사적 관점으로 배우는 한반도와 우리의 사명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685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Malgun Gothic"/>
                <a:ea typeface="Malgun Gothic"/>
              </a:rPr>
              <a:t>강사 소개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0" y="1737360"/>
            <a:ext cx="3291840" cy="3566160"/>
          </a:xfrm>
          <a:prstGeom prst="roundRect">
            <a:avLst>
              <a:gd name="adj" fmla="val 3333"/>
            </a:avLst>
          </a:prstGeom>
          <a:solidFill>
            <a:srgbClr val="FFFFFF">
              <a:alpha val="14000"/>
            </a:srgbClr>
          </a:solidFill>
          <a:ln w="22225">
            <a:solidFill>
              <a:srgbClr val="FFFFFF">
                <a:alpha val="75000"/>
              </a:srgbClr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818120" y="1874519"/>
            <a:ext cx="1051560" cy="329184"/>
          </a:xfrm>
          <a:prstGeom prst="roundRect">
            <a:avLst>
              <a:gd name="adj" fmla="val 33333"/>
            </a:avLst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1874519"/>
            <a:ext cx="1051560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</a:rPr>
              <a:t>활동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0" y="2304288"/>
            <a:ext cx="2743200" cy="2834639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0">
                <a:solidFill>
                  <a:srgbClr val="CFE3D6"/>
                </a:solidFill>
                <a:latin typeface="Malgun Gothic"/>
                <a:ea typeface="Malgun Gothic"/>
              </a:rPr>
              <a:t>선생님 얼굴 사진(선택)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645920"/>
            <a:ext cx="6126480" cy="3749039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3200" b="1">
                <a:solidFill>
                  <a:srgbClr val="FFD479"/>
                </a:solidFill>
                <a:latin typeface="Malgun Gothic"/>
                <a:ea typeface="Malgun Gothic"/>
              </a:rPr>
              <a:t>이름</a:t>
            </a:r>
            <a:r>
              <a:rPr sz="3200" b="0">
                <a:solidFill>
                  <a:srgbClr val="FFFFFF"/>
                </a:solidFill>
                <a:latin typeface="Malgun Gothic"/>
                <a:ea typeface="Malgun Gothic"/>
              </a:rPr>
              <a:t> : [강사 이름]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3200" b="1">
                <a:solidFill>
                  <a:srgbClr val="FFD479"/>
                </a:solidFill>
                <a:latin typeface="Malgun Gothic"/>
                <a:ea typeface="Malgun Gothic"/>
              </a:rPr>
              <a:t>소속</a:t>
            </a:r>
            <a:r>
              <a:rPr sz="3200" b="0">
                <a:solidFill>
                  <a:srgbClr val="FFFFFF"/>
                </a:solidFill>
                <a:latin typeface="Malgun Gothic"/>
                <a:ea typeface="Malgun Gothic"/>
              </a:rPr>
              <a:t> : SEE-IT · REBUILDER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3200" b="1">
                <a:solidFill>
                  <a:srgbClr val="FFD479"/>
                </a:solidFill>
                <a:latin typeface="Malgun Gothic"/>
                <a:ea typeface="Malgun Gothic"/>
              </a:rPr>
              <a:t>하는 일</a:t>
            </a:r>
            <a:r>
              <a:rPr sz="3200" b="0">
                <a:solidFill>
                  <a:srgbClr val="FFFFFF"/>
                </a:solidFill>
                <a:latin typeface="Malgun Gothic"/>
                <a:ea typeface="Malgun Gothic"/>
              </a:rPr>
              <a:t> : 통일을 배우고 사람을 만나요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3200" b="1">
                <a:solidFill>
                  <a:srgbClr val="FFD479"/>
                </a:solidFill>
                <a:latin typeface="Malgun Gothic"/>
                <a:ea typeface="Malgun Gothic"/>
              </a:rPr>
              <a:t>약속</a:t>
            </a:r>
            <a:r>
              <a:rPr sz="3200" b="0">
                <a:solidFill>
                  <a:srgbClr val="FFFFFF"/>
                </a:solidFill>
                <a:latin typeface="Malgun Gothic"/>
                <a:ea typeface="Malgun Gothic"/>
              </a:rPr>
              <a:t> : 궁금하면 손 번쩍!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CFE3D6"/>
                </a:solidFill>
                <a:latin typeface="Malgun Gothic"/>
                <a:ea typeface="Malgun Gothic"/>
              </a:rPr>
              <a:t>REBUILDER 통일교육  ·  초등 저학년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CFE3D6"/>
                </a:solidFill>
                <a:latin typeface="Malgun Gothic"/>
                <a:ea typeface="Malgun 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685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Malgun Gothic"/>
                <a:ea typeface="Malgun Gothic"/>
              </a:rPr>
              <a:t>이번 시간에는?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371600"/>
            <a:ext cx="9601200" cy="13716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3500" b="1">
                <a:solidFill>
                  <a:srgbClr val="FFFFFF"/>
                </a:solidFill>
                <a:latin typeface="Malgun Gothic"/>
                <a:ea typeface="Malgun Gothic"/>
              </a:rPr>
              <a:t>북쪽에도 </a:t>
            </a:r>
            <a:r>
              <a:rPr sz="3500" b="1">
                <a:solidFill>
                  <a:srgbClr val="FFD479"/>
                </a:solidFill>
                <a:latin typeface="Malgun Gothic"/>
                <a:ea typeface="Malgun Gothic"/>
              </a:rPr>
              <a:t>하나님이 지으신 친구</a:t>
            </a:r>
            <a:r>
              <a:rPr sz="3500" b="1">
                <a:solidFill>
                  <a:srgbClr val="FFFFFF"/>
                </a:solidFill>
                <a:latin typeface="Malgun Gothic"/>
                <a:ea typeface="Malgun Gothic"/>
              </a:rPr>
              <a:t>가 살고 있어요</a:t>
            </a:r>
          </a:p>
        </p:txBody>
      </p:sp>
      <p:sp>
        <p:nvSpPr>
          <p:cNvPr id="6" name="Oval 5"/>
          <p:cNvSpPr/>
          <p:nvPr/>
        </p:nvSpPr>
        <p:spPr>
          <a:xfrm>
            <a:off x="1371600" y="3090672"/>
            <a:ext cx="548640" cy="548640"/>
          </a:xfrm>
          <a:prstGeom prst="ellipse">
            <a:avLst/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090672"/>
            <a:ext cx="54864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3017520"/>
            <a:ext cx="8778240" cy="71323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900" b="0">
                <a:solidFill>
                  <a:srgbClr val="FFFFFF"/>
                </a:solidFill>
                <a:latin typeface="Malgun Gothic"/>
                <a:ea typeface="Malgun Gothic"/>
              </a:rPr>
              <a:t>북쪽에도 나와 같은 아이가 살아요</a:t>
            </a:r>
          </a:p>
        </p:txBody>
      </p:sp>
      <p:sp>
        <p:nvSpPr>
          <p:cNvPr id="9" name="Oval 8"/>
          <p:cNvSpPr/>
          <p:nvPr/>
        </p:nvSpPr>
        <p:spPr>
          <a:xfrm>
            <a:off x="1371600" y="3959352"/>
            <a:ext cx="548640" cy="548640"/>
          </a:xfrm>
          <a:prstGeom prst="ellipse">
            <a:avLst/>
          </a:prstGeom>
          <a:solidFill>
            <a:srgbClr val="C9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959352"/>
            <a:ext cx="54864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3886200"/>
            <a:ext cx="8778240" cy="71323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900" b="0">
                <a:solidFill>
                  <a:srgbClr val="FFFFFF"/>
                </a:solidFill>
                <a:latin typeface="Malgun Gothic"/>
                <a:ea typeface="Malgun Gothic"/>
              </a:rPr>
              <a:t>자유는 소중해요</a:t>
            </a:r>
          </a:p>
        </p:txBody>
      </p:sp>
      <p:sp>
        <p:nvSpPr>
          <p:cNvPr id="12" name="Oval 11"/>
          <p:cNvSpPr/>
          <p:nvPr/>
        </p:nvSpPr>
        <p:spPr>
          <a:xfrm>
            <a:off x="1371600" y="4828031"/>
            <a:ext cx="548640" cy="548640"/>
          </a:xfrm>
          <a:prstGeom prst="ellipse">
            <a:avLst/>
          </a:prstGeom>
          <a:solidFill>
            <a:srgbClr val="237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4828031"/>
            <a:ext cx="54864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4754879"/>
            <a:ext cx="8778240" cy="71323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900" b="0">
                <a:solidFill>
                  <a:srgbClr val="FFFFFF"/>
                </a:solidFill>
                <a:latin typeface="Malgun Gothic"/>
                <a:ea typeface="Malgun Gothic"/>
              </a:rPr>
              <a:t>자유는 다른 사람을 위해 </a:t>
            </a:r>
            <a:r>
              <a:rPr sz="2900" b="1">
                <a:solidFill>
                  <a:srgbClr val="FFD479"/>
                </a:solidFill>
                <a:latin typeface="Malgun Gothic"/>
                <a:ea typeface="Malgun Gothic"/>
              </a:rPr>
              <a:t>착하게</a:t>
            </a:r>
            <a:r>
              <a:rPr sz="2900" b="0">
                <a:solidFill>
                  <a:srgbClr val="FFFFFF"/>
                </a:solidFill>
                <a:latin typeface="Malgun Gothic"/>
                <a:ea typeface="Malgun Gothic"/>
              </a:rPr>
              <a:t> 써요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CFE3D6"/>
                </a:solidFill>
                <a:latin typeface="Malgun Gothic"/>
                <a:ea typeface="Malgun Gothic"/>
              </a:rPr>
              <a:t>REBUILDER 통일교육  ·  초등 저학년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CFE3D6"/>
                </a:solidFill>
                <a:latin typeface="Malgun Gothic"/>
                <a:ea typeface="Malgun 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685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Malgun Gothic"/>
                <a:ea typeface="Malgun Gothic"/>
              </a:rPr>
              <a:t>목차 — 오늘의 대주제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143000"/>
            <a:ext cx="10561320" cy="5166359"/>
          </a:xfrm>
          <a:prstGeom prst="roundRect">
            <a:avLst>
              <a:gd name="adj" fmla="val 3185"/>
            </a:avLst>
          </a:prstGeom>
          <a:solidFill>
            <a:srgbClr val="FFFFFF">
              <a:alpha val="9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371600"/>
            <a:ext cx="777240" cy="987552"/>
          </a:xfrm>
          <a:prstGeom prst="roundRect">
            <a:avLst>
              <a:gd name="adj" fmla="val 18823"/>
            </a:avLst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371600"/>
            <a:ext cx="777240" cy="98755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1325880"/>
            <a:ext cx="5486400" cy="106070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900" b="1">
                <a:solidFill>
                  <a:srgbClr val="1F2A37"/>
                </a:solidFill>
                <a:latin typeface="Malgun Gothic"/>
                <a:ea typeface="Malgun Gothic"/>
              </a:rPr>
              <a:t>내 하루는 자유로워요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1325880"/>
            <a:ext cx="2468880" cy="106070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B6773"/>
                </a:solidFill>
                <a:latin typeface="Malgun Gothic"/>
                <a:ea typeface="Malgun Gothic"/>
              </a:rPr>
              <a:t>1-1 · 1-2 · 1-3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1325880"/>
            <a:ext cx="1188720" cy="106070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2400" b="1">
                <a:solidFill>
                  <a:srgbClr val="1F8A5B"/>
                </a:solidFill>
                <a:latin typeface="Malgun Gothic"/>
                <a:ea typeface="Malgun Gothic"/>
              </a:rPr>
              <a:t>10분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2468879"/>
            <a:ext cx="777240" cy="987552"/>
          </a:xfrm>
          <a:prstGeom prst="roundRect">
            <a:avLst>
              <a:gd name="adj" fmla="val 18823"/>
            </a:avLst>
          </a:prstGeom>
          <a:solidFill>
            <a:srgbClr val="C9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468879"/>
            <a:ext cx="777240" cy="98755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2423160"/>
            <a:ext cx="5486400" cy="106070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900" b="1">
                <a:solidFill>
                  <a:srgbClr val="1F2A37"/>
                </a:solidFill>
                <a:latin typeface="Malgun Gothic"/>
                <a:ea typeface="Malgun Gothic"/>
              </a:rPr>
              <a:t>북쪽에도 친구가 살아요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2423160"/>
            <a:ext cx="2468880" cy="106070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B6773"/>
                </a:solidFill>
                <a:latin typeface="Malgun Gothic"/>
                <a:ea typeface="Malgun Gothic"/>
              </a:rPr>
              <a:t>2-1 · 2-2 · 2-3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423160"/>
            <a:ext cx="1188720" cy="106070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2400" b="1">
                <a:solidFill>
                  <a:srgbClr val="C96A0A"/>
                </a:solidFill>
                <a:latin typeface="Malgun Gothic"/>
                <a:ea typeface="Malgun Gothic"/>
              </a:rPr>
              <a:t>8분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3566159"/>
            <a:ext cx="777240" cy="987552"/>
          </a:xfrm>
          <a:prstGeom prst="roundRect">
            <a:avLst>
              <a:gd name="adj" fmla="val 18823"/>
            </a:avLst>
          </a:prstGeom>
          <a:solidFill>
            <a:srgbClr val="237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566159"/>
            <a:ext cx="777240" cy="98755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3520439"/>
            <a:ext cx="5486400" cy="106070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900" b="1">
                <a:solidFill>
                  <a:srgbClr val="1F2A37"/>
                </a:solidFill>
                <a:latin typeface="Malgun Gothic"/>
                <a:ea typeface="Malgun Gothic"/>
              </a:rPr>
              <a:t>끊어진 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3520439"/>
            <a:ext cx="2468880" cy="106070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B6773"/>
                </a:solidFill>
                <a:latin typeface="Malgun Gothic"/>
                <a:ea typeface="Malgun Gothic"/>
              </a:rPr>
              <a:t>3-1 · 3-2 · 3-3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3520439"/>
            <a:ext cx="1188720" cy="106070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2400" b="1">
                <a:solidFill>
                  <a:srgbClr val="2377C4"/>
                </a:solidFill>
                <a:latin typeface="Malgun Gothic"/>
                <a:ea typeface="Malgun Gothic"/>
              </a:rPr>
              <a:t>9분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" y="4663440"/>
            <a:ext cx="777240" cy="987552"/>
          </a:xfrm>
          <a:prstGeom prst="roundRect">
            <a:avLst>
              <a:gd name="adj" fmla="val 18823"/>
            </a:avLst>
          </a:prstGeom>
          <a:solidFill>
            <a:srgbClr val="C9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663440"/>
            <a:ext cx="777240" cy="98755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4617720"/>
            <a:ext cx="5486400" cy="106070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900" b="1">
                <a:solidFill>
                  <a:srgbClr val="1F2A37"/>
                </a:solidFill>
                <a:latin typeface="Malgun Gothic"/>
                <a:ea typeface="Malgun Gothic"/>
              </a:rPr>
              <a:t>함께 자유롭게 살아요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4617720"/>
            <a:ext cx="2468880" cy="106070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B6773"/>
                </a:solidFill>
                <a:latin typeface="Malgun Gothic"/>
                <a:ea typeface="Malgun Gothic"/>
              </a:rPr>
              <a:t>4-1 · 4-2 · 4-3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4617720"/>
            <a:ext cx="1188720" cy="106070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2400" b="1">
                <a:solidFill>
                  <a:srgbClr val="C93A6A"/>
                </a:solidFill>
                <a:latin typeface="Malgun Gothic"/>
                <a:ea typeface="Malgun Gothic"/>
              </a:rPr>
              <a:t>9분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5B6773"/>
                </a:solidFill>
                <a:latin typeface="Malgun Gothic"/>
                <a:ea typeface="Malgun Gothic"/>
              </a:rPr>
              <a:t>REBUILDER 통일교육  ·  초등 저학년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5B6773"/>
                </a:solidFill>
                <a:latin typeface="Malgun Gothic"/>
                <a:ea typeface="Malgun 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E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-274320" y="182880"/>
            <a:ext cx="7315200" cy="65836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42000" b="1">
                <a:solidFill>
                  <a:srgbClr val="FFFFFF">
                    <a:alpha val="16000"/>
                  </a:srgbClr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54864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대주제  PART 1 /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74519"/>
            <a:ext cx="5943600" cy="2743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Malgun Gothic"/>
                <a:ea typeface="Malgun Gothic"/>
              </a:rPr>
              <a:t>내 하루는 자유로워요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5852160" cy="12801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0">
                <a:solidFill>
                  <a:srgbClr val="FFFFFF"/>
                </a:solidFill>
                <a:latin typeface="Malgun Gothic"/>
                <a:ea typeface="Malgun Gothic"/>
              </a:rPr>
              <a:t>오늘 나는 무엇을 물어보고, 고르고, 꿈꿀 수 있나요?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914400"/>
            <a:ext cx="4846320" cy="5029200"/>
          </a:xfrm>
          <a:prstGeom prst="roundRect">
            <a:avLst>
              <a:gd name="adj" fmla="val 4716"/>
            </a:avLst>
          </a:prstGeom>
          <a:solidFill>
            <a:srgbClr val="FFFFFF">
              <a:alpha val="9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1051560"/>
            <a:ext cx="4389120" cy="502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1F8A5B"/>
                </a:solidFill>
                <a:latin typeface="Malgun Gothic"/>
                <a:ea typeface="Malgun Gothic"/>
              </a:rPr>
              <a:t>중주제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1783080"/>
            <a:ext cx="868680" cy="868680"/>
          </a:xfrm>
          <a:prstGeom prst="roundRect">
            <a:avLst>
              <a:gd name="adj" fmla="val 15789"/>
            </a:avLst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0" y="1783080"/>
            <a:ext cx="868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1-1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1691640"/>
            <a:ext cx="3474720" cy="10515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Malgun Gothic"/>
                <a:ea typeface="Malgun Gothic"/>
              </a:rPr>
              <a:t>궁금한 것을 물어봐요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0" y="2880360"/>
            <a:ext cx="868680" cy="868680"/>
          </a:xfrm>
          <a:prstGeom prst="roundRect">
            <a:avLst>
              <a:gd name="adj" fmla="val 15789"/>
            </a:avLst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0" y="2880360"/>
            <a:ext cx="868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1-2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788920"/>
            <a:ext cx="3474720" cy="10515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Malgun Gothic"/>
                <a:ea typeface="Malgun Gothic"/>
              </a:rPr>
              <a:t>보고 싶은 책, 만나고 싶은 친구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3977639"/>
            <a:ext cx="868680" cy="868680"/>
          </a:xfrm>
          <a:prstGeom prst="roundRect">
            <a:avLst>
              <a:gd name="adj" fmla="val 15789"/>
            </a:avLst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0" y="3977639"/>
            <a:ext cx="868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1-3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3886200"/>
            <a:ext cx="3474720" cy="10515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Malgun Gothic"/>
                <a:ea typeface="Malgun Gothic"/>
              </a:rPr>
              <a:t>커서 되고 싶은 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5486400"/>
            <a:ext cx="438912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5B6773"/>
                </a:solidFill>
                <a:latin typeface="Malgun Gothic"/>
                <a:ea typeface="Malgun Gothic"/>
              </a:rPr>
              <a:t>⏱ 약 10분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658368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9728"/>
            <a:ext cx="6583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대주제 · 내 하루는 자유로워요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32543" y="274320"/>
            <a:ext cx="420624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32543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1F8A5B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2631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2631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82009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2009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31387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31387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1097280"/>
            <a:ext cx="3891280" cy="402336"/>
          </a:xfrm>
          <a:prstGeom prst="roundRect">
            <a:avLst>
              <a:gd name="adj" fmla="val 45454"/>
            </a:avLst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1097280"/>
            <a:ext cx="73152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1-1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61872" y="1170432"/>
            <a:ext cx="1828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98448" y="1097280"/>
            <a:ext cx="3022600" cy="40233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궁금한 것을 물어봐요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572768"/>
            <a:ext cx="11155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4000" b="1">
                <a:solidFill>
                  <a:srgbClr val="1F2A37"/>
                </a:solidFill>
                <a:latin typeface="Malgun Gothic"/>
                <a:ea typeface="Malgun Gothic"/>
              </a:rPr>
              <a:t>궁금한 건 물어봐도 돼요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5B6773"/>
                </a:solidFill>
                <a:latin typeface="Malgun Gothic"/>
                <a:ea typeface="Malgun Gothic"/>
              </a:rPr>
              <a:t>REBUILDER 통일교육  ·  초등 저학년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5B6773"/>
                </a:solidFill>
                <a:latin typeface="Malgun Gothic"/>
                <a:ea typeface="Malgun Gothic"/>
              </a:rPr>
              <a:t>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2542032"/>
            <a:ext cx="11091672" cy="3840480"/>
          </a:xfrm>
          <a:prstGeom prst="roundRect">
            <a:avLst>
              <a:gd name="adj" fmla="val 4285"/>
            </a:avLst>
          </a:prstGeom>
          <a:solidFill>
            <a:srgbClr val="FFFFFF">
              <a:alpha val="94000"/>
            </a:srgbClr>
          </a:solidFill>
          <a:ln w="19050">
            <a:solidFill>
              <a:srgbClr val="1F8A5B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2960" y="2770632"/>
            <a:ext cx="1691640" cy="457200"/>
          </a:xfrm>
          <a:prstGeom prst="roundRect">
            <a:avLst>
              <a:gd name="adj" fmla="val 40000"/>
            </a:avLst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2770632"/>
            <a:ext cx="169164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손 번쩍!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3364991"/>
            <a:ext cx="10515600" cy="1600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4400" b="1">
                <a:solidFill>
                  <a:srgbClr val="1F2A37"/>
                </a:solidFill>
                <a:latin typeface="Malgun Gothic"/>
                <a:ea typeface="Malgun Gothic"/>
              </a:rPr>
              <a:t>오늘 아침, 가장 </a:t>
            </a:r>
            <a:r>
              <a:rPr sz="4400" b="1">
                <a:solidFill>
                  <a:srgbClr val="1F8A5B"/>
                </a:solidFill>
                <a:latin typeface="Malgun Gothic"/>
                <a:ea typeface="Malgun Gothic"/>
              </a:rPr>
              <a:t>궁금했던 것</a:t>
            </a:r>
            <a:r>
              <a:rPr sz="4400" b="1">
                <a:solidFill>
                  <a:srgbClr val="1F2A37"/>
                </a:solidFill>
                <a:latin typeface="Malgun Gothic"/>
                <a:ea typeface="Malgun Gothic"/>
              </a:rPr>
              <a:t>은 뭐였나요?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102352"/>
            <a:ext cx="10515600" cy="11430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600" b="0">
                <a:solidFill>
                  <a:srgbClr val="4B5560"/>
                </a:solidFill>
                <a:latin typeface="Malgun Gothic"/>
                <a:ea typeface="Malgun Gothic"/>
              </a:rPr>
              <a:t>짝과 1분 이야기 → 두세 명 발표</a:t>
            </a:r>
          </a:p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600" b="0">
                <a:solidFill>
                  <a:srgbClr val="4B5560"/>
                </a:solidFill>
                <a:latin typeface="Malgun Gothic"/>
                <a:ea typeface="Malgun Gothic"/>
              </a:rPr>
              <a:t>"그건 왜 그럴까?" 하고 되물어 주세요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K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658368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9728"/>
            <a:ext cx="6583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대주제 · 내 하루는 자유로워요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32543" y="274320"/>
            <a:ext cx="420624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32543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1F8A5B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2631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2631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82009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2009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31387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31387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1097280"/>
            <a:ext cx="5212080" cy="402336"/>
          </a:xfrm>
          <a:prstGeom prst="roundRect">
            <a:avLst>
              <a:gd name="adj" fmla="val 45454"/>
            </a:avLst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1097280"/>
            <a:ext cx="73152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1-2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61872" y="1170432"/>
            <a:ext cx="1828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98448" y="1097280"/>
            <a:ext cx="4343400" cy="40233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보고 싶은 책, 만나고 싶은 친구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572768"/>
            <a:ext cx="11155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4000" b="1">
                <a:solidFill>
                  <a:srgbClr val="1F2A37"/>
                </a:solidFill>
                <a:latin typeface="Malgun Gothic"/>
                <a:ea typeface="Malgun Gothic"/>
              </a:rPr>
              <a:t>보고 싶은 책을 골라요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5B6773"/>
                </a:solidFill>
                <a:latin typeface="Malgun Gothic"/>
                <a:ea typeface="Malgun Gothic"/>
              </a:rPr>
              <a:t>REBUILDER 통일교육  ·  초등 저학년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5B6773"/>
                </a:solidFill>
                <a:latin typeface="Malgun Gothic"/>
                <a:ea typeface="Malgun Gothic"/>
              </a:rPr>
              <a:t>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2542032"/>
            <a:ext cx="6492240" cy="3840480"/>
          </a:xfrm>
          <a:prstGeom prst="roundRect">
            <a:avLst>
              <a:gd name="adj" fmla="val 4285"/>
            </a:avLst>
          </a:prstGeom>
          <a:solidFill>
            <a:srgbClr val="FFFFFF">
              <a:alpha val="92000"/>
            </a:srgbClr>
          </a:solidFill>
          <a:ln w="19050">
            <a:solidFill>
              <a:srgbClr val="1F8A5B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2679191"/>
            <a:ext cx="6126480" cy="35661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3000" b="0">
                <a:solidFill>
                  <a:srgbClr val="1F2A37"/>
                </a:solidFill>
                <a:latin typeface="Malgun Gothic"/>
                <a:ea typeface="Malgun Gothic"/>
              </a:rPr>
              <a:t>•  도서관에서 </a:t>
            </a:r>
            <a:r>
              <a:rPr sz="3000" b="1">
                <a:solidFill>
                  <a:srgbClr val="1F8A5B"/>
                </a:solidFill>
                <a:latin typeface="Malgun Gothic"/>
                <a:ea typeface="Malgun Gothic"/>
              </a:rPr>
              <a:t>보고 싶은 책</a:t>
            </a:r>
            <a:r>
              <a:rPr sz="3000" b="0">
                <a:solidFill>
                  <a:srgbClr val="1F2A37"/>
                </a:solidFill>
                <a:latin typeface="Malgun Gothic"/>
                <a:ea typeface="Malgun Gothic"/>
              </a:rPr>
              <a:t>을 골라요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3000" b="0">
                <a:solidFill>
                  <a:srgbClr val="1F2A37"/>
                </a:solidFill>
                <a:latin typeface="Malgun Gothic"/>
                <a:ea typeface="Malgun Gothic"/>
              </a:rPr>
              <a:t>•  궁금하면 </a:t>
            </a:r>
            <a:r>
              <a:rPr sz="3000" b="1">
                <a:solidFill>
                  <a:srgbClr val="1F8A5B"/>
                </a:solidFill>
                <a:latin typeface="Malgun Gothic"/>
                <a:ea typeface="Malgun Gothic"/>
              </a:rPr>
              <a:t>검색</a:t>
            </a:r>
            <a:r>
              <a:rPr sz="3000" b="0">
                <a:solidFill>
                  <a:srgbClr val="1F2A37"/>
                </a:solidFill>
                <a:latin typeface="Malgun Gothic"/>
                <a:ea typeface="Malgun Gothic"/>
              </a:rPr>
              <a:t>하고 </a:t>
            </a:r>
            <a:r>
              <a:rPr sz="3000" b="1">
                <a:solidFill>
                  <a:srgbClr val="1F8A5B"/>
                </a:solidFill>
                <a:latin typeface="Malgun Gothic"/>
                <a:ea typeface="Malgun Gothic"/>
              </a:rPr>
              <a:t>물어봐요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3000" b="0">
                <a:solidFill>
                  <a:srgbClr val="1F2A37"/>
                </a:solidFill>
                <a:latin typeface="Malgun Gothic"/>
                <a:ea typeface="Malgun Gothic"/>
              </a:rPr>
              <a:t>•  읽은 이야기를 친구에게 </a:t>
            </a:r>
            <a:r>
              <a:rPr sz="3000" b="1">
                <a:solidFill>
                  <a:srgbClr val="1F8A5B"/>
                </a:solidFill>
                <a:latin typeface="Malgun Gothic"/>
                <a:ea typeface="Malgun Gothic"/>
              </a:rPr>
              <a:t>말해 줘요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60" y="2542032"/>
            <a:ext cx="4434840" cy="3840480"/>
          </a:xfrm>
          <a:prstGeom prst="roundRect">
            <a:avLst>
              <a:gd name="adj" fmla="val 2857"/>
            </a:avLst>
          </a:prstGeom>
          <a:solidFill>
            <a:srgbClr val="FFFFFF">
              <a:alpha val="55000"/>
            </a:srgbClr>
          </a:solidFill>
          <a:ln w="22225">
            <a:solidFill>
              <a:srgbClr val="1F8A5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60920" y="2679191"/>
            <a:ext cx="1051560" cy="329184"/>
          </a:xfrm>
          <a:prstGeom prst="roundRect">
            <a:avLst>
              <a:gd name="adj" fmla="val 33333"/>
            </a:avLst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60920" y="2679191"/>
            <a:ext cx="1051560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</a:rPr>
              <a:t>일러스트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0" y="3108960"/>
            <a:ext cx="3886200" cy="31089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0">
                <a:solidFill>
                  <a:srgbClr val="4B5560"/>
                </a:solidFill>
                <a:latin typeface="Malgun Gothic"/>
                <a:ea typeface="Malgun Gothic"/>
              </a:rPr>
              <a:t>도서관 책장 앞에서 책을 고르는 어린이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K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658368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9728"/>
            <a:ext cx="6583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대주제 · 내 하루는 자유로워요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32543" y="274320"/>
            <a:ext cx="420624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32543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1F8A5B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2631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2631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82009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2009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31387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31387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1097280"/>
            <a:ext cx="5212080" cy="402336"/>
          </a:xfrm>
          <a:prstGeom prst="roundRect">
            <a:avLst>
              <a:gd name="adj" fmla="val 45454"/>
            </a:avLst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1097280"/>
            <a:ext cx="73152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1-2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61872" y="1170432"/>
            <a:ext cx="1828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98448" y="1097280"/>
            <a:ext cx="4343400" cy="40233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보고 싶은 책, 만나고 싶은 친구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572768"/>
            <a:ext cx="11155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4000" b="1">
                <a:solidFill>
                  <a:srgbClr val="1F2A37"/>
                </a:solidFill>
                <a:latin typeface="Malgun Gothic"/>
                <a:ea typeface="Malgun Gothic"/>
              </a:rPr>
              <a:t>친구를 만나고, 교회에 가요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5B6773"/>
                </a:solidFill>
                <a:latin typeface="Malgun Gothic"/>
                <a:ea typeface="Malgun Gothic"/>
              </a:rPr>
              <a:t>REBUILDER 통일교육  ·  초등 저학년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5B6773"/>
                </a:solidFill>
                <a:latin typeface="Malgun Gothic"/>
                <a:ea typeface="Malgun Gothic"/>
              </a:rPr>
              <a:t>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2542032"/>
            <a:ext cx="3544824" cy="3108960"/>
          </a:xfrm>
          <a:prstGeom prst="roundRect">
            <a:avLst>
              <a:gd name="adj" fmla="val 5294"/>
            </a:avLst>
          </a:prstGeom>
          <a:solidFill>
            <a:srgbClr val="FFFFFF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1520" y="2724912"/>
            <a:ext cx="502920" cy="502920"/>
          </a:xfrm>
          <a:prstGeom prst="ellipse">
            <a:avLst/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272491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3319272"/>
            <a:ext cx="3325368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300" b="1">
                <a:solidFill>
                  <a:srgbClr val="1F2A37"/>
                </a:solidFill>
                <a:latin typeface="Malgun Gothic"/>
                <a:ea typeface="Malgun Gothic"/>
              </a:rPr>
              <a:t>친구를 만나요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4325112"/>
            <a:ext cx="3325368" cy="12344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0">
                <a:solidFill>
                  <a:srgbClr val="4B5560"/>
                </a:solidFill>
                <a:latin typeface="Malgun Gothic"/>
                <a:ea typeface="Malgun Gothic"/>
              </a:rPr>
              <a:t>놀이터에서 마음껏 놀아요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22064" y="2542032"/>
            <a:ext cx="3544824" cy="3108960"/>
          </a:xfrm>
          <a:prstGeom prst="roundRect">
            <a:avLst>
              <a:gd name="adj" fmla="val 5294"/>
            </a:avLst>
          </a:prstGeom>
          <a:solidFill>
            <a:srgbClr val="FFFFFF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504944" y="2724912"/>
            <a:ext cx="502920" cy="502920"/>
          </a:xfrm>
          <a:prstGeom prst="ellipse">
            <a:avLst/>
          </a:prstGeom>
          <a:solidFill>
            <a:srgbClr val="C9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04944" y="272491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1792" y="3319272"/>
            <a:ext cx="3325368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300" b="1">
                <a:solidFill>
                  <a:srgbClr val="1F2A37"/>
                </a:solidFill>
                <a:latin typeface="Malgun Gothic"/>
                <a:ea typeface="Malgun Gothic"/>
              </a:rPr>
              <a:t>교회에 가요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1792" y="4325112"/>
            <a:ext cx="3325368" cy="12344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0">
                <a:solidFill>
                  <a:srgbClr val="4B5560"/>
                </a:solidFill>
                <a:latin typeface="Malgun Gothic"/>
                <a:ea typeface="Malgun Gothic"/>
              </a:rPr>
              <a:t>일요일엔 함께 예배해요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95488" y="2542032"/>
            <a:ext cx="3544824" cy="3108960"/>
          </a:xfrm>
          <a:prstGeom prst="roundRect">
            <a:avLst>
              <a:gd name="adj" fmla="val 5294"/>
            </a:avLst>
          </a:prstGeom>
          <a:solidFill>
            <a:srgbClr val="FFFFFF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278367" y="2724912"/>
            <a:ext cx="502920" cy="502920"/>
          </a:xfrm>
          <a:prstGeom prst="ellipse">
            <a:avLst/>
          </a:prstGeom>
          <a:solidFill>
            <a:srgbClr val="237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78367" y="272491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05215" y="3319272"/>
            <a:ext cx="3325368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300" b="1">
                <a:solidFill>
                  <a:srgbClr val="1F2A37"/>
                </a:solidFill>
                <a:latin typeface="Malgun Gothic"/>
                <a:ea typeface="Malgun Gothic"/>
              </a:rPr>
              <a:t>어디든 가요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05215" y="4325112"/>
            <a:ext cx="3325368" cy="12344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0">
                <a:solidFill>
                  <a:srgbClr val="4B5560"/>
                </a:solidFill>
                <a:latin typeface="Malgun Gothic"/>
                <a:ea typeface="Malgun Gothic"/>
              </a:rPr>
              <a:t>가족과 여행을 떠나요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5760720"/>
            <a:ext cx="11091672" cy="566928"/>
          </a:xfrm>
          <a:prstGeom prst="roundRect">
            <a:avLst>
              <a:gd name="adj" fmla="val 22580"/>
            </a:avLst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5760720"/>
            <a:ext cx="11091672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Malgun Gothic"/>
                <a:ea typeface="Malgun Gothic"/>
              </a:rPr>
              <a:t>모두 </a:t>
            </a:r>
            <a:r>
              <a:rPr sz="2800" b="1">
                <a:solidFill>
                  <a:srgbClr val="FFFFFF"/>
                </a:solidFill>
                <a:latin typeface="Malgun Gothic"/>
                <a:ea typeface="Malgun Gothic"/>
              </a:rPr>
              <a:t>내가 누리는 자유</a:t>
            </a:r>
            <a:r>
              <a:rPr sz="2800" b="1">
                <a:solidFill>
                  <a:srgbClr val="FFFFFF"/>
                </a:solidFill>
                <a:latin typeface="Malgun Gothic"/>
                <a:ea typeface="Malgun Gothic"/>
              </a:rPr>
              <a:t>예요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A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658368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9728"/>
            <a:ext cx="6583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대주제 · 내 하루는 자유로워요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32543" y="274320"/>
            <a:ext cx="420624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32543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1F8A5B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2631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2631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82009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2009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31387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31387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1097280"/>
            <a:ext cx="3522979" cy="402336"/>
          </a:xfrm>
          <a:prstGeom prst="roundRect">
            <a:avLst>
              <a:gd name="adj" fmla="val 45454"/>
            </a:avLst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1097280"/>
            <a:ext cx="73152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1-3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61872" y="1170432"/>
            <a:ext cx="1828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98448" y="1097280"/>
            <a:ext cx="2654299" cy="40233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커서 되고 싶은 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572768"/>
            <a:ext cx="11155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4000" b="1">
                <a:solidFill>
                  <a:srgbClr val="3A2A20"/>
                </a:solidFill>
                <a:latin typeface="Malgun Gothic"/>
                <a:ea typeface="Malgun Gothic"/>
              </a:rPr>
              <a:t>커서 뭐가 되고 싶어요?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7A6253"/>
                </a:solidFill>
                <a:latin typeface="Malgun Gothic"/>
                <a:ea typeface="Malgun Gothic"/>
              </a:rPr>
              <a:t>REBUILDER 통일교육  ·  초등 저학년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7A6253"/>
                </a:solidFill>
                <a:latin typeface="Malgun Gothic"/>
                <a:ea typeface="Malgun Gothic"/>
              </a:rPr>
              <a:t>9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2542032"/>
            <a:ext cx="6492240" cy="3840480"/>
          </a:xfrm>
          <a:prstGeom prst="roundRect">
            <a:avLst>
              <a:gd name="adj" fmla="val 4285"/>
            </a:avLst>
          </a:prstGeom>
          <a:solidFill>
            <a:srgbClr val="FFFFFF">
              <a:alpha val="92000"/>
            </a:srgbClr>
          </a:solidFill>
          <a:ln w="19050">
            <a:solidFill>
              <a:srgbClr val="1F8A5B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77240" y="2724912"/>
            <a:ext cx="1188720" cy="420624"/>
          </a:xfrm>
          <a:prstGeom prst="roundRect">
            <a:avLst>
              <a:gd name="adj" fmla="val 39130"/>
            </a:avLst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2724912"/>
            <a:ext cx="1188720" cy="42062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활동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2724912"/>
            <a:ext cx="2743200" cy="42062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4B5560"/>
                </a:solidFill>
                <a:latin typeface="Malgun Gothic"/>
                <a:ea typeface="Malgun Gothic"/>
              </a:rPr>
              <a:t>⏱ 3분 · 도화지·크레용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3273552"/>
            <a:ext cx="6035040" cy="2971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2800" b="1">
                <a:solidFill>
                  <a:srgbClr val="1F8A5B"/>
                </a:solidFill>
                <a:latin typeface="Malgun Gothic"/>
                <a:ea typeface="Malgun Gothic"/>
              </a:rPr>
              <a:t>1.</a:t>
            </a:r>
            <a:r>
              <a:rPr sz="2800" b="0">
                <a:solidFill>
                  <a:srgbClr val="3A2A20"/>
                </a:solidFill>
                <a:latin typeface="Malgun Gothic"/>
                <a:ea typeface="Malgun Gothic"/>
              </a:rPr>
              <a:t> 꿈 하나를 </a:t>
            </a:r>
            <a:r>
              <a:rPr sz="2800" b="1">
                <a:solidFill>
                  <a:srgbClr val="1F8A5B"/>
                </a:solidFill>
                <a:latin typeface="Malgun Gothic"/>
                <a:ea typeface="Malgun Gothic"/>
              </a:rPr>
              <a:t>그림</a:t>
            </a:r>
            <a:r>
              <a:rPr sz="2800" b="0">
                <a:solidFill>
                  <a:srgbClr val="3A2A20"/>
                </a:solidFill>
                <a:latin typeface="Malgun Gothic"/>
                <a:ea typeface="Malgun Gothic"/>
              </a:rPr>
              <a:t>으로 그려요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2800" b="1">
                <a:solidFill>
                  <a:srgbClr val="1F8A5B"/>
                </a:solidFill>
                <a:latin typeface="Malgun Gothic"/>
                <a:ea typeface="Malgun Gothic"/>
              </a:rPr>
              <a:t>2.</a:t>
            </a:r>
            <a:r>
              <a:rPr sz="2800" b="0">
                <a:solidFill>
                  <a:srgbClr val="3A2A20"/>
                </a:solidFill>
                <a:latin typeface="Malgun Gothic"/>
                <a:ea typeface="Malgun Gothic"/>
              </a:rPr>
              <a:t> 짝에게 </a:t>
            </a:r>
            <a:r>
              <a:rPr sz="2800" b="1">
                <a:solidFill>
                  <a:srgbClr val="1F8A5B"/>
                </a:solidFill>
                <a:latin typeface="Malgun Gothic"/>
                <a:ea typeface="Malgun Gothic"/>
              </a:rPr>
              <a:t>보여 주고</a:t>
            </a:r>
            <a:r>
              <a:rPr sz="2800" b="0">
                <a:solidFill>
                  <a:srgbClr val="3A2A20"/>
                </a:solidFill>
                <a:latin typeface="Malgun Gothic"/>
                <a:ea typeface="Malgun Gothic"/>
              </a:rPr>
              <a:t> 말해요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2800" b="1">
                <a:solidFill>
                  <a:srgbClr val="1F8A5B"/>
                </a:solidFill>
                <a:latin typeface="Malgun Gothic"/>
                <a:ea typeface="Malgun Gothic"/>
              </a:rPr>
              <a:t>3.</a:t>
            </a:r>
            <a:r>
              <a:rPr sz="2800" b="0">
                <a:solidFill>
                  <a:srgbClr val="3A2A20"/>
                </a:solidFill>
                <a:latin typeface="Malgun Gothic"/>
                <a:ea typeface="Malgun Gothic"/>
              </a:rPr>
              <a:t> "그 꿈, 응원해!" 하고 </a:t>
            </a:r>
            <a:r>
              <a:rPr sz="2800" b="1">
                <a:solidFill>
                  <a:srgbClr val="1F8A5B"/>
                </a:solidFill>
                <a:latin typeface="Malgun Gothic"/>
                <a:ea typeface="Malgun Gothic"/>
              </a:rPr>
              <a:t>박수</a:t>
            </a:r>
            <a:r>
              <a:rPr sz="2800" b="0">
                <a:solidFill>
                  <a:srgbClr val="3A2A20"/>
                </a:solidFill>
                <a:latin typeface="Malgun Gothic"/>
                <a:ea typeface="Malgun Gothic"/>
              </a:rPr>
              <a:t>!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23760" y="2542032"/>
            <a:ext cx="4416552" cy="3840480"/>
          </a:xfrm>
          <a:prstGeom prst="roundRect">
            <a:avLst>
              <a:gd name="adj" fmla="val 2857"/>
            </a:avLst>
          </a:prstGeom>
          <a:solidFill>
            <a:srgbClr val="FFFFFF">
              <a:alpha val="55000"/>
            </a:srgbClr>
          </a:solidFill>
          <a:ln w="22225">
            <a:solidFill>
              <a:srgbClr val="1F8A5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360920" y="2679191"/>
            <a:ext cx="1051560" cy="329184"/>
          </a:xfrm>
          <a:prstGeom prst="roundRect">
            <a:avLst>
              <a:gd name="adj" fmla="val 33333"/>
            </a:avLst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60920" y="2679191"/>
            <a:ext cx="1051560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</a:rPr>
              <a:t>활동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0" y="3108960"/>
            <a:ext cx="3867912" cy="31089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0">
                <a:solidFill>
                  <a:srgbClr val="4B5560"/>
                </a:solidFill>
                <a:latin typeface="Malgun Gothic"/>
                <a:ea typeface="Malgun Gothic"/>
              </a:rPr>
              <a:t>꿈 그림 카드 예시(소방관·의사·선생님)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A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658368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9728"/>
            <a:ext cx="6583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대주제 · 내 하루는 자유로워요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32543" y="274320"/>
            <a:ext cx="420624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32543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1F8A5B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2631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2631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82009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2009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31387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31387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1097280"/>
            <a:ext cx="3522979" cy="402336"/>
          </a:xfrm>
          <a:prstGeom prst="roundRect">
            <a:avLst>
              <a:gd name="adj" fmla="val 45454"/>
            </a:avLst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1097280"/>
            <a:ext cx="73152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1-3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61872" y="1170432"/>
            <a:ext cx="1828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98448" y="1097280"/>
            <a:ext cx="2654299" cy="40233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커서 되고 싶은 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572768"/>
            <a:ext cx="11155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4000" b="1">
                <a:solidFill>
                  <a:srgbClr val="3A2A20"/>
                </a:solidFill>
                <a:latin typeface="Malgun Gothic"/>
                <a:ea typeface="Malgun Gothic"/>
              </a:rPr>
              <a:t>묻고, 고르고, 만나고, 꿈꾸는 것 — 자유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7A6253"/>
                </a:solidFill>
                <a:latin typeface="Malgun Gothic"/>
                <a:ea typeface="Malgun Gothic"/>
              </a:rPr>
              <a:t>REBUILDER 통일교육  ·  초등 저학년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7A6253"/>
                </a:solidFill>
                <a:latin typeface="Malgun Gothic"/>
                <a:ea typeface="Malgun Gothic"/>
              </a:rPr>
              <a:t>10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2542032"/>
            <a:ext cx="2601468" cy="3108960"/>
          </a:xfrm>
          <a:prstGeom prst="roundRect">
            <a:avLst>
              <a:gd name="adj" fmla="val 6326"/>
            </a:avLst>
          </a:prstGeom>
          <a:solidFill>
            <a:srgbClr val="FFFFFF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1520" y="2724912"/>
            <a:ext cx="502920" cy="502920"/>
          </a:xfrm>
          <a:prstGeom prst="ellipse">
            <a:avLst/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272491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3319272"/>
            <a:ext cx="2382012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300" b="1">
                <a:solidFill>
                  <a:srgbClr val="3A2A20"/>
                </a:solidFill>
                <a:latin typeface="Malgun Gothic"/>
                <a:ea typeface="Malgun Gothic"/>
              </a:rPr>
              <a:t>묻고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4325112"/>
            <a:ext cx="2382012" cy="12344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0">
                <a:solidFill>
                  <a:srgbClr val="4B5560"/>
                </a:solidFill>
                <a:latin typeface="Malgun Gothic"/>
                <a:ea typeface="Malgun Gothic"/>
              </a:rPr>
              <a:t>궁금한 것을 물어요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78708" y="2542032"/>
            <a:ext cx="2601468" cy="3108960"/>
          </a:xfrm>
          <a:prstGeom prst="roundRect">
            <a:avLst>
              <a:gd name="adj" fmla="val 6326"/>
            </a:avLst>
          </a:prstGeom>
          <a:solidFill>
            <a:srgbClr val="FFFFFF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561588" y="2724912"/>
            <a:ext cx="502920" cy="502920"/>
          </a:xfrm>
          <a:prstGeom prst="ellipse">
            <a:avLst/>
          </a:prstGeom>
          <a:solidFill>
            <a:srgbClr val="C9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61588" y="272491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88436" y="3319272"/>
            <a:ext cx="2382012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300" b="1">
                <a:solidFill>
                  <a:srgbClr val="3A2A20"/>
                </a:solidFill>
                <a:latin typeface="Malgun Gothic"/>
                <a:ea typeface="Malgun Gothic"/>
              </a:rPr>
              <a:t>고르고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88436" y="4325112"/>
            <a:ext cx="2382012" cy="12344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0">
                <a:solidFill>
                  <a:srgbClr val="4B5560"/>
                </a:solidFill>
                <a:latin typeface="Malgun Gothic"/>
                <a:ea typeface="Malgun Gothic"/>
              </a:rPr>
              <a:t>책·놀이를 골라요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08776" y="2542032"/>
            <a:ext cx="2601468" cy="3108960"/>
          </a:xfrm>
          <a:prstGeom prst="roundRect">
            <a:avLst>
              <a:gd name="adj" fmla="val 6326"/>
            </a:avLst>
          </a:prstGeom>
          <a:solidFill>
            <a:srgbClr val="FFFFFF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391656" y="2724912"/>
            <a:ext cx="502920" cy="502920"/>
          </a:xfrm>
          <a:prstGeom prst="ellipse">
            <a:avLst/>
          </a:prstGeom>
          <a:solidFill>
            <a:srgbClr val="237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91656" y="272491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18504" y="3319272"/>
            <a:ext cx="2382012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300" b="1">
                <a:solidFill>
                  <a:srgbClr val="3A2A20"/>
                </a:solidFill>
                <a:latin typeface="Malgun Gothic"/>
                <a:ea typeface="Malgun Gothic"/>
              </a:rPr>
              <a:t>만나고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18504" y="4325112"/>
            <a:ext cx="2382012" cy="12344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0">
                <a:solidFill>
                  <a:srgbClr val="4B5560"/>
                </a:solidFill>
                <a:latin typeface="Malgun Gothic"/>
                <a:ea typeface="Malgun Gothic"/>
              </a:rPr>
              <a:t>친구·가족과 만나요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38844" y="2542032"/>
            <a:ext cx="2601468" cy="3108960"/>
          </a:xfrm>
          <a:prstGeom prst="roundRect">
            <a:avLst>
              <a:gd name="adj" fmla="val 6326"/>
            </a:avLst>
          </a:prstGeom>
          <a:solidFill>
            <a:srgbClr val="FFFFFF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221724" y="2724912"/>
            <a:ext cx="502920" cy="502920"/>
          </a:xfrm>
          <a:prstGeom prst="ellipse">
            <a:avLst/>
          </a:prstGeom>
          <a:solidFill>
            <a:srgbClr val="C9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21724" y="272491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8572" y="3319272"/>
            <a:ext cx="2382012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300" b="1">
                <a:solidFill>
                  <a:srgbClr val="3A2A20"/>
                </a:solidFill>
                <a:latin typeface="Malgun Gothic"/>
                <a:ea typeface="Malgun Gothic"/>
              </a:rPr>
              <a:t>꿈꾸고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8572" y="4325112"/>
            <a:ext cx="2382012" cy="12344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0">
                <a:solidFill>
                  <a:srgbClr val="4B5560"/>
                </a:solidFill>
                <a:latin typeface="Malgun Gothic"/>
                <a:ea typeface="Malgun Gothic"/>
              </a:rPr>
              <a:t>되고 싶은 나를 꿈꿔요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5760720"/>
            <a:ext cx="11091672" cy="566928"/>
          </a:xfrm>
          <a:prstGeom prst="roundRect">
            <a:avLst>
              <a:gd name="adj" fmla="val 22580"/>
            </a:avLst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5760720"/>
            <a:ext cx="11091672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Malgun Gothic"/>
                <a:ea typeface="Malgun Gothic"/>
              </a:rPr>
              <a:t>하나님은 우리를 생각하고 </a:t>
            </a:r>
            <a:r>
              <a:rPr sz="2800" b="1">
                <a:solidFill>
                  <a:srgbClr val="FFFFFF"/>
                </a:solidFill>
                <a:latin typeface="Malgun Gothic"/>
                <a:ea typeface="Malgun Gothic"/>
              </a:rPr>
              <a:t>선택하는 사람</a:t>
            </a:r>
            <a:r>
              <a:rPr sz="2800" b="1">
                <a:solidFill>
                  <a:srgbClr val="FFFFFF"/>
                </a:solidFill>
                <a:latin typeface="Malgun Gothic"/>
                <a:ea typeface="Malgun Gothic"/>
              </a:rPr>
              <a:t>으로 지으셨어요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E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9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-274320" y="182880"/>
            <a:ext cx="7315200" cy="65836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42000" b="1">
                <a:solidFill>
                  <a:srgbClr val="FFFFFF">
                    <a:alpha val="16000"/>
                  </a:srgbClr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54864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대주제  PART 2 /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74519"/>
            <a:ext cx="5943600" cy="2743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Malgun Gothic"/>
                <a:ea typeface="Malgun Gothic"/>
              </a:rPr>
              <a:t>북쪽에도 친구가 살아요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5852160" cy="12801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0">
                <a:solidFill>
                  <a:srgbClr val="FFFFFF"/>
                </a:solidFill>
                <a:latin typeface="Malgun Gothic"/>
                <a:ea typeface="Malgun Gothic"/>
              </a:rPr>
              <a:t>지도 위 선의 북쪽에는 누가 살고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914400"/>
            <a:ext cx="4846320" cy="5029200"/>
          </a:xfrm>
          <a:prstGeom prst="roundRect">
            <a:avLst>
              <a:gd name="adj" fmla="val 4716"/>
            </a:avLst>
          </a:prstGeom>
          <a:solidFill>
            <a:srgbClr val="FFFFFF">
              <a:alpha val="9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1051560"/>
            <a:ext cx="4389120" cy="502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C96A0A"/>
                </a:solidFill>
                <a:latin typeface="Malgun Gothic"/>
                <a:ea typeface="Malgun Gothic"/>
              </a:rPr>
              <a:t>중주제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1783080"/>
            <a:ext cx="868680" cy="868680"/>
          </a:xfrm>
          <a:prstGeom prst="roundRect">
            <a:avLst>
              <a:gd name="adj" fmla="val 15789"/>
            </a:avLst>
          </a:prstGeom>
          <a:solidFill>
            <a:srgbClr val="C9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0" y="1783080"/>
            <a:ext cx="868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2-1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1691640"/>
            <a:ext cx="3474720" cy="10515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Malgun Gothic"/>
                <a:ea typeface="Malgun Gothic"/>
              </a:rPr>
              <a:t>한반도 지도를 봐요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0" y="2880360"/>
            <a:ext cx="868680" cy="868680"/>
          </a:xfrm>
          <a:prstGeom prst="roundRect">
            <a:avLst>
              <a:gd name="adj" fmla="val 15789"/>
            </a:avLst>
          </a:prstGeom>
          <a:solidFill>
            <a:srgbClr val="C9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0" y="2880360"/>
            <a:ext cx="868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2-2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788920"/>
            <a:ext cx="3474720" cy="10515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Malgun Gothic"/>
                <a:ea typeface="Malgun Gothic"/>
              </a:rPr>
              <a:t>나와 같은 아이들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3977639"/>
            <a:ext cx="868680" cy="868680"/>
          </a:xfrm>
          <a:prstGeom prst="roundRect">
            <a:avLst>
              <a:gd name="adj" fmla="val 15789"/>
            </a:avLst>
          </a:prstGeom>
          <a:solidFill>
            <a:srgbClr val="C9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0" y="3977639"/>
            <a:ext cx="868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2-3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3886200"/>
            <a:ext cx="3474720" cy="10515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Malgun Gothic"/>
                <a:ea typeface="Malgun Gothic"/>
              </a:rPr>
              <a:t>하나님이 지으신 사람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5486400"/>
            <a:ext cx="438912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5B6773"/>
                </a:solidFill>
                <a:latin typeface="Malgun Gothic"/>
                <a:ea typeface="Malgun Gothic"/>
              </a:rPr>
              <a:t>⏱ 약 8분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K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C9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658368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9728"/>
            <a:ext cx="6583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대주제 · 북쪽에도 친구가 살아요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32543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32543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26319" y="274320"/>
            <a:ext cx="420624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2631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C96A0A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82009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2009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31387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31387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1097280"/>
            <a:ext cx="3637280" cy="402336"/>
          </a:xfrm>
          <a:prstGeom prst="roundRect">
            <a:avLst>
              <a:gd name="adj" fmla="val 45454"/>
            </a:avLst>
          </a:prstGeom>
          <a:solidFill>
            <a:srgbClr val="C9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1097280"/>
            <a:ext cx="73152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2-1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61872" y="1170432"/>
            <a:ext cx="1828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98448" y="1097280"/>
            <a:ext cx="2768600" cy="40233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한반도 지도를 봐요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572768"/>
            <a:ext cx="11155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4000" b="1">
                <a:solidFill>
                  <a:srgbClr val="1F2A37"/>
                </a:solidFill>
                <a:latin typeface="Malgun Gothic"/>
                <a:ea typeface="Malgun Gothic"/>
              </a:rPr>
              <a:t>한반도 지도를 보아요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5B6773"/>
                </a:solidFill>
                <a:latin typeface="Malgun Gothic"/>
                <a:ea typeface="Malgun Gothic"/>
              </a:rPr>
              <a:t>REBUILDER 통일교육  ·  초등 저학년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5B6773"/>
                </a:solidFill>
                <a:latin typeface="Malgun Gothic"/>
                <a:ea typeface="Malgun Gothic"/>
              </a:rPr>
              <a:t>12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2542032"/>
            <a:ext cx="11091672" cy="3246120"/>
          </a:xfrm>
          <a:prstGeom prst="roundRect">
            <a:avLst>
              <a:gd name="adj" fmla="val 3380"/>
            </a:avLst>
          </a:prstGeom>
          <a:solidFill>
            <a:srgbClr val="FFFFFF">
              <a:alpha val="55000"/>
            </a:srgbClr>
          </a:solidFill>
          <a:ln w="22225">
            <a:solidFill>
              <a:srgbClr val="C96A0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85800" y="2679191"/>
            <a:ext cx="1051560" cy="329184"/>
          </a:xfrm>
          <a:prstGeom prst="roundRect">
            <a:avLst>
              <a:gd name="adj" fmla="val 33333"/>
            </a:avLst>
          </a:prstGeom>
          <a:solidFill>
            <a:srgbClr val="C9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2679191"/>
            <a:ext cx="1051560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</a:rPr>
              <a:t>지도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" y="3108960"/>
            <a:ext cx="10543032" cy="25146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0">
                <a:solidFill>
                  <a:srgbClr val="4B5560"/>
                </a:solidFill>
                <a:latin typeface="Malgun Gothic"/>
                <a:ea typeface="Malgun Gothic"/>
              </a:rPr>
              <a:t>컬러 한반도 전도 + 바다·산 일러스트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879592"/>
            <a:ext cx="11091672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2400" b="1">
                <a:solidFill>
                  <a:srgbClr val="1F2A37"/>
                </a:solidFill>
                <a:latin typeface="Malgun Gothic"/>
                <a:ea typeface="Malgun Gothic"/>
              </a:rPr>
              <a:t>우리 동네는 어디일까요? 손가락으로 짚어 봐요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K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C9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658368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9728"/>
            <a:ext cx="6583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대주제 · 북쪽에도 친구가 살아요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32543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32543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26319" y="274320"/>
            <a:ext cx="420624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2631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C96A0A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82009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2009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31387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31387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1097280"/>
            <a:ext cx="3383280" cy="402336"/>
          </a:xfrm>
          <a:prstGeom prst="roundRect">
            <a:avLst>
              <a:gd name="adj" fmla="val 45454"/>
            </a:avLst>
          </a:prstGeom>
          <a:solidFill>
            <a:srgbClr val="C9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1097280"/>
            <a:ext cx="73152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2-2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61872" y="1170432"/>
            <a:ext cx="1828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98448" y="1097280"/>
            <a:ext cx="2514600" cy="40233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나와 같은 아이들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572768"/>
            <a:ext cx="11155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4000" b="1">
                <a:solidFill>
                  <a:srgbClr val="1F2A37"/>
                </a:solidFill>
                <a:latin typeface="Malgun Gothic"/>
                <a:ea typeface="Malgun Gothic"/>
              </a:rPr>
              <a:t>북쪽에도 나와 같은 아이가 살아요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5B6773"/>
                </a:solidFill>
                <a:latin typeface="Malgun Gothic"/>
                <a:ea typeface="Malgun Gothic"/>
              </a:rPr>
              <a:t>REBUILDER 통일교육  ·  초등 저학년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5B6773"/>
                </a:solidFill>
                <a:latin typeface="Malgun Gothic"/>
                <a:ea typeface="Malgun Gothic"/>
              </a:rPr>
              <a:t>13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2542032"/>
            <a:ext cx="6492240" cy="3840480"/>
          </a:xfrm>
          <a:prstGeom prst="roundRect">
            <a:avLst>
              <a:gd name="adj" fmla="val 4285"/>
            </a:avLst>
          </a:prstGeom>
          <a:solidFill>
            <a:srgbClr val="FFFFFF">
              <a:alpha val="92000"/>
            </a:srgbClr>
          </a:solidFill>
          <a:ln w="19050">
            <a:solidFill>
              <a:srgbClr val="C96A0A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2679191"/>
            <a:ext cx="6126480" cy="35661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3000" b="0">
                <a:solidFill>
                  <a:srgbClr val="1F2A37"/>
                </a:solidFill>
                <a:latin typeface="Malgun Gothic"/>
                <a:ea typeface="Malgun Gothic"/>
              </a:rPr>
              <a:t>•  학교에 가고, 친구와 놀아요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3000" b="0">
                <a:solidFill>
                  <a:srgbClr val="1F2A37"/>
                </a:solidFill>
                <a:latin typeface="Malgun Gothic"/>
                <a:ea typeface="Malgun Gothic"/>
              </a:rPr>
              <a:t>•  가족과 함께 </a:t>
            </a:r>
            <a:r>
              <a:rPr sz="3000" b="1">
                <a:solidFill>
                  <a:srgbClr val="C96A0A"/>
                </a:solidFill>
                <a:latin typeface="Malgun Gothic"/>
                <a:ea typeface="Malgun Gothic"/>
              </a:rPr>
              <a:t>밥을 먹어요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3000" b="0">
                <a:solidFill>
                  <a:srgbClr val="1F2A37"/>
                </a:solidFill>
                <a:latin typeface="Malgun Gothic"/>
                <a:ea typeface="Malgun Gothic"/>
              </a:rPr>
              <a:t>•  웃고, 울고, </a:t>
            </a:r>
            <a:r>
              <a:rPr sz="3000" b="1">
                <a:solidFill>
                  <a:srgbClr val="C96A0A"/>
                </a:solidFill>
                <a:latin typeface="Malgun Gothic"/>
                <a:ea typeface="Malgun Gothic"/>
              </a:rPr>
              <a:t>꿈을 꿔요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60" y="2542032"/>
            <a:ext cx="4434840" cy="3840480"/>
          </a:xfrm>
          <a:prstGeom prst="roundRect">
            <a:avLst>
              <a:gd name="adj" fmla="val 2857"/>
            </a:avLst>
          </a:prstGeom>
          <a:solidFill>
            <a:srgbClr val="FFFFFF">
              <a:alpha val="55000"/>
            </a:srgbClr>
          </a:solidFill>
          <a:ln w="22225">
            <a:solidFill>
              <a:srgbClr val="C96A0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60920" y="2679191"/>
            <a:ext cx="1051560" cy="329184"/>
          </a:xfrm>
          <a:prstGeom prst="roundRect">
            <a:avLst>
              <a:gd name="adj" fmla="val 33333"/>
            </a:avLst>
          </a:prstGeom>
          <a:solidFill>
            <a:srgbClr val="C9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60920" y="2679191"/>
            <a:ext cx="1051560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</a:rPr>
              <a:t>일러스트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0" y="3108960"/>
            <a:ext cx="3886200" cy="31089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0">
                <a:solidFill>
                  <a:srgbClr val="4B5560"/>
                </a:solidFill>
                <a:latin typeface="Malgun Gothic"/>
                <a:ea typeface="Malgun Gothic"/>
              </a:rPr>
              <a:t>남쪽 아이와 북쪽 아이가 같은 지도 위에서 서로 손 흔드는 그림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C9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658368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9728"/>
            <a:ext cx="6583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대주제 · 북쪽에도 친구가 살아요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32543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32543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26319" y="274320"/>
            <a:ext cx="420624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2631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C96A0A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82009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2009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31387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31387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1097280"/>
            <a:ext cx="3891280" cy="402336"/>
          </a:xfrm>
          <a:prstGeom prst="roundRect">
            <a:avLst>
              <a:gd name="adj" fmla="val 45454"/>
            </a:avLst>
          </a:prstGeom>
          <a:solidFill>
            <a:srgbClr val="C9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1097280"/>
            <a:ext cx="73152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2-3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61872" y="1170432"/>
            <a:ext cx="1828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98448" y="1097280"/>
            <a:ext cx="3022600" cy="40233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하나님이 지으신 사람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572768"/>
            <a:ext cx="11155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</a:rPr>
              <a:t>모두 하나님이 지으셨어요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CFE3D6"/>
                </a:solidFill>
                <a:latin typeface="Malgun Gothic"/>
                <a:ea typeface="Malgun Gothic"/>
              </a:rPr>
              <a:t>REBUILDER 통일교육  ·  초등 저학년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CFE3D6"/>
                </a:solidFill>
                <a:latin typeface="Malgun Gothic"/>
                <a:ea typeface="Malgun Gothic"/>
              </a:rPr>
              <a:t>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2633472"/>
            <a:ext cx="1828800" cy="10972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0" b="1">
                <a:solidFill>
                  <a:srgbClr val="C96A0A"/>
                </a:solidFill>
                <a:latin typeface="Malgun Gothic"/>
                <a:ea typeface="Malgun Gothic"/>
              </a:rPr>
              <a:t>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3044952"/>
            <a:ext cx="9784080" cy="22860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Malgun Gothic"/>
                <a:ea typeface="Malgun Gothic"/>
              </a:rPr>
              <a:t>하나님이 자기 형상 곧 </a:t>
            </a:r>
            <a:r>
              <a:rPr sz="4400" b="1">
                <a:solidFill>
                  <a:srgbClr val="FFD479"/>
                </a:solidFill>
                <a:latin typeface="Malgun Gothic"/>
                <a:ea typeface="Malgun Gothic"/>
              </a:rPr>
              <a:t>하나님의 형상</a:t>
            </a:r>
            <a:r>
              <a:rPr sz="4400" b="1">
                <a:solidFill>
                  <a:srgbClr val="FFFFFF"/>
                </a:solidFill>
                <a:latin typeface="Malgun Gothic"/>
                <a:ea typeface="Malgun Gothic"/>
              </a:rPr>
              <a:t>대로 사람을 창조하시되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5468112"/>
            <a:ext cx="978408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2700" b="0">
                <a:solidFill>
                  <a:srgbClr val="CFE3D6"/>
                </a:solidFill>
                <a:latin typeface="Malgun Gothic"/>
                <a:ea typeface="Malgun Gothic"/>
              </a:rPr>
              <a:t>창세기 1장 27절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C9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658368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9728"/>
            <a:ext cx="6583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대주제 · 북쪽에도 친구가 살아요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32543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32543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26319" y="274320"/>
            <a:ext cx="420624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2631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C96A0A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82009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2009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31387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31387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1097280"/>
            <a:ext cx="3891280" cy="402336"/>
          </a:xfrm>
          <a:prstGeom prst="roundRect">
            <a:avLst>
              <a:gd name="adj" fmla="val 45454"/>
            </a:avLst>
          </a:prstGeom>
          <a:solidFill>
            <a:srgbClr val="C9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1097280"/>
            <a:ext cx="73152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2-3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61872" y="1170432"/>
            <a:ext cx="1828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98448" y="1097280"/>
            <a:ext cx="3022600" cy="40233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하나님이 지으신 사람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572768"/>
            <a:ext cx="11155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</a:rPr>
              <a:t>미워하지 않고, 이웃으로 만나요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CFE3D6"/>
                </a:solidFill>
                <a:latin typeface="Malgun Gothic"/>
                <a:ea typeface="Malgun Gothic"/>
              </a:rPr>
              <a:t>REBUILDER 통일교육  ·  초등 저학년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CFE3D6"/>
                </a:solidFill>
                <a:latin typeface="Malgun Gothic"/>
                <a:ea typeface="Malgun Gothic"/>
              </a:rPr>
              <a:t>15</a:t>
            </a:r>
          </a:p>
        </p:txBody>
      </p:sp>
      <p:sp>
        <p:nvSpPr>
          <p:cNvPr id="22" name="Oval 21"/>
          <p:cNvSpPr/>
          <p:nvPr/>
        </p:nvSpPr>
        <p:spPr>
          <a:xfrm>
            <a:off x="731520" y="2724912"/>
            <a:ext cx="502920" cy="502920"/>
          </a:xfrm>
          <a:prstGeom prst="ellipse">
            <a:avLst/>
          </a:prstGeom>
          <a:solidFill>
            <a:srgbClr val="C9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272491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3319272"/>
            <a:ext cx="3325368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300" b="1">
                <a:solidFill>
                  <a:srgbClr val="FFFFFF"/>
                </a:solidFill>
                <a:latin typeface="Malgun Gothic"/>
                <a:ea typeface="Malgun Gothic"/>
              </a:rPr>
              <a:t>북쪽 사람들은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4325112"/>
            <a:ext cx="3325368" cy="1965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0">
                <a:solidFill>
                  <a:srgbClr val="CFE3D6"/>
                </a:solidFill>
                <a:latin typeface="Malgun Gothic"/>
                <a:ea typeface="Malgun Gothic"/>
              </a:rPr>
              <a:t>함께 살아갈 이웃이에요</a:t>
            </a:r>
          </a:p>
        </p:txBody>
      </p:sp>
      <p:sp>
        <p:nvSpPr>
          <p:cNvPr id="26" name="Oval 25"/>
          <p:cNvSpPr/>
          <p:nvPr/>
        </p:nvSpPr>
        <p:spPr>
          <a:xfrm>
            <a:off x="4504944" y="2724912"/>
            <a:ext cx="502920" cy="502920"/>
          </a:xfrm>
          <a:prstGeom prst="ellipse">
            <a:avLst/>
          </a:prstGeom>
          <a:solidFill>
            <a:srgbClr val="237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04944" y="272491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1792" y="3319272"/>
            <a:ext cx="3325368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300" b="1">
                <a:solidFill>
                  <a:srgbClr val="FFFFFF"/>
                </a:solidFill>
                <a:latin typeface="Malgun Gothic"/>
                <a:ea typeface="Malgun Gothic"/>
              </a:rPr>
              <a:t>힘든 일은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1792" y="4325112"/>
            <a:ext cx="3325368" cy="1965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0">
                <a:solidFill>
                  <a:srgbClr val="CFE3D6"/>
                </a:solidFill>
                <a:latin typeface="Malgun Gothic"/>
                <a:ea typeface="Malgun Gothic"/>
              </a:rPr>
              <a:t>하면 안 된다고 생각해요</a:t>
            </a:r>
          </a:p>
        </p:txBody>
      </p:sp>
      <p:sp>
        <p:nvSpPr>
          <p:cNvPr id="30" name="Oval 29"/>
          <p:cNvSpPr/>
          <p:nvPr/>
        </p:nvSpPr>
        <p:spPr>
          <a:xfrm>
            <a:off x="8278367" y="2724912"/>
            <a:ext cx="502920" cy="502920"/>
          </a:xfrm>
          <a:prstGeom prst="ellipse">
            <a:avLst/>
          </a:prstGeom>
          <a:solidFill>
            <a:srgbClr val="C9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78367" y="272491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05215" y="3319272"/>
            <a:ext cx="3325368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300" b="1">
                <a:solidFill>
                  <a:srgbClr val="FFFFFF"/>
                </a:solidFill>
                <a:latin typeface="Malgun Gothic"/>
                <a:ea typeface="Malgun Gothic"/>
              </a:rPr>
              <a:t>나는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05215" y="4325112"/>
            <a:ext cx="3325368" cy="1965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0">
                <a:solidFill>
                  <a:srgbClr val="CFE3D6"/>
                </a:solidFill>
                <a:latin typeface="Malgun Gothic"/>
                <a:ea typeface="Malgun Gothic"/>
              </a:rPr>
              <a:t>북쪽 친구를 위해 기도해요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E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7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-274320" y="182880"/>
            <a:ext cx="7315200" cy="65836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42000" b="1">
                <a:solidFill>
                  <a:srgbClr val="FFFFFF">
                    <a:alpha val="16000"/>
                  </a:srgbClr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54864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대주제  PART 3 /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74519"/>
            <a:ext cx="5943600" cy="2743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Malgun Gothic"/>
                <a:ea typeface="Malgun Gothic"/>
              </a:rPr>
              <a:t>끊어진 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5852160" cy="12801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0">
                <a:solidFill>
                  <a:srgbClr val="FFFFFF"/>
                </a:solidFill>
                <a:latin typeface="Malgun Gothic"/>
                <a:ea typeface="Malgun Gothic"/>
              </a:rPr>
              <a:t>나뉜다는 건 선만 그어지는 걸까요?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914400"/>
            <a:ext cx="4846320" cy="5029200"/>
          </a:xfrm>
          <a:prstGeom prst="roundRect">
            <a:avLst>
              <a:gd name="adj" fmla="val 4716"/>
            </a:avLst>
          </a:prstGeom>
          <a:solidFill>
            <a:srgbClr val="FFFFFF">
              <a:alpha val="9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1051560"/>
            <a:ext cx="4389120" cy="502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2377C4"/>
                </a:solidFill>
                <a:latin typeface="Malgun Gothic"/>
                <a:ea typeface="Malgun Gothic"/>
              </a:rPr>
              <a:t>중주제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1783080"/>
            <a:ext cx="868680" cy="868680"/>
          </a:xfrm>
          <a:prstGeom prst="roundRect">
            <a:avLst>
              <a:gd name="adj" fmla="val 15789"/>
            </a:avLst>
          </a:prstGeom>
          <a:solidFill>
            <a:srgbClr val="237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0" y="1783080"/>
            <a:ext cx="868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3-1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1691640"/>
            <a:ext cx="3474720" cy="10515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Malgun Gothic"/>
                <a:ea typeface="Malgun Gothic"/>
              </a:rPr>
              <a:t>하나였던 우리나라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0" y="2880360"/>
            <a:ext cx="868680" cy="868680"/>
          </a:xfrm>
          <a:prstGeom prst="roundRect">
            <a:avLst>
              <a:gd name="adj" fmla="val 15789"/>
            </a:avLst>
          </a:prstGeom>
          <a:solidFill>
            <a:srgbClr val="237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0" y="2880360"/>
            <a:ext cx="868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3-2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788920"/>
            <a:ext cx="3474720" cy="10515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Malgun Gothic"/>
                <a:ea typeface="Malgun Gothic"/>
              </a:rPr>
              <a:t>만나지 못하는 가족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3977639"/>
            <a:ext cx="868680" cy="868680"/>
          </a:xfrm>
          <a:prstGeom prst="roundRect">
            <a:avLst>
              <a:gd name="adj" fmla="val 15789"/>
            </a:avLst>
          </a:prstGeom>
          <a:solidFill>
            <a:srgbClr val="237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0" y="3977639"/>
            <a:ext cx="868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3-3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3886200"/>
            <a:ext cx="3474720" cy="10515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Malgun Gothic"/>
                <a:ea typeface="Malgun Gothic"/>
              </a:rPr>
              <a:t>끊어진 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5486400"/>
            <a:ext cx="438912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5B6773"/>
                </a:solidFill>
                <a:latin typeface="Malgun Gothic"/>
                <a:ea typeface="Malgun Gothic"/>
              </a:rPr>
              <a:t>⏱ 약 9분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37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658368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9728"/>
            <a:ext cx="6583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대주제 · 끊어진 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32543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32543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2631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2631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820095" y="274320"/>
            <a:ext cx="420624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2009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2377C4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31387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31387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1097280"/>
            <a:ext cx="3497580" cy="402336"/>
          </a:xfrm>
          <a:prstGeom prst="roundRect">
            <a:avLst>
              <a:gd name="adj" fmla="val 45454"/>
            </a:avLst>
          </a:prstGeom>
          <a:solidFill>
            <a:srgbClr val="237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1097280"/>
            <a:ext cx="73152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3-1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61872" y="1170432"/>
            <a:ext cx="1828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98448" y="1097280"/>
            <a:ext cx="2628900" cy="40233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하나였던 우리나라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572768"/>
            <a:ext cx="11155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4000" b="1">
                <a:solidFill>
                  <a:srgbClr val="1F2A37"/>
                </a:solidFill>
                <a:latin typeface="Malgun Gothic"/>
                <a:ea typeface="Malgun Gothic"/>
              </a:rPr>
              <a:t>하나였던 우리나라, 둘로 나뉘었어요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5B6773"/>
                </a:solidFill>
                <a:latin typeface="Malgun Gothic"/>
                <a:ea typeface="Malgun Gothic"/>
              </a:rPr>
              <a:t>REBUILDER 통일교육  ·  초등 저학년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5B6773"/>
                </a:solidFill>
                <a:latin typeface="Malgun Gothic"/>
                <a:ea typeface="Malgun Gothic"/>
              </a:rPr>
              <a:t>17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2542032"/>
            <a:ext cx="6492240" cy="3840480"/>
          </a:xfrm>
          <a:prstGeom prst="roundRect">
            <a:avLst>
              <a:gd name="adj" fmla="val 4285"/>
            </a:avLst>
          </a:prstGeom>
          <a:solidFill>
            <a:srgbClr val="FFFFFF">
              <a:alpha val="94000"/>
            </a:srgbClr>
          </a:solidFill>
          <a:ln w="19050">
            <a:solidFill>
              <a:srgbClr val="2377C4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77240" y="2724912"/>
            <a:ext cx="1188720" cy="420624"/>
          </a:xfrm>
          <a:prstGeom prst="roundRect">
            <a:avLst>
              <a:gd name="adj" fmla="val 39130"/>
            </a:avLst>
          </a:prstGeom>
          <a:solidFill>
            <a:srgbClr val="237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2724912"/>
            <a:ext cx="1188720" cy="42062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활동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2724912"/>
            <a:ext cx="2743200" cy="42062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4B5560"/>
                </a:solidFill>
                <a:latin typeface="Malgun Gothic"/>
                <a:ea typeface="Malgun Gothic"/>
              </a:rPr>
              <a:t>⏱ 2분 · A3 종이 지도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3273552"/>
            <a:ext cx="6035040" cy="2971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2800" b="1">
                <a:solidFill>
                  <a:srgbClr val="2377C4"/>
                </a:solidFill>
                <a:latin typeface="Malgun Gothic"/>
                <a:ea typeface="Malgun Gothic"/>
              </a:rPr>
              <a:t>1.</a:t>
            </a:r>
            <a:r>
              <a:rPr sz="2800" b="0">
                <a:solidFill>
                  <a:srgbClr val="1F2A37"/>
                </a:solidFill>
                <a:latin typeface="Malgun Gothic"/>
                <a:ea typeface="Malgun Gothic"/>
              </a:rPr>
              <a:t> 종이 지도 한 장을 보여 줘요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2800" b="1">
                <a:solidFill>
                  <a:srgbClr val="2377C4"/>
                </a:solidFill>
                <a:latin typeface="Malgun Gothic"/>
                <a:ea typeface="Malgun Gothic"/>
              </a:rPr>
              <a:t>2.</a:t>
            </a:r>
            <a:r>
              <a:rPr sz="2800" b="0">
                <a:solidFill>
                  <a:srgbClr val="1F2A37"/>
                </a:solidFill>
                <a:latin typeface="Malgun Gothic"/>
                <a:ea typeface="Malgun Gothic"/>
              </a:rPr>
              <a:t> 선생님이 지도를 </a:t>
            </a:r>
            <a:r>
              <a:rPr sz="2800" b="1">
                <a:solidFill>
                  <a:srgbClr val="2377C4"/>
                </a:solidFill>
                <a:latin typeface="Malgun Gothic"/>
                <a:ea typeface="Malgun Gothic"/>
              </a:rPr>
              <a:t>둘로 찢어요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2800" b="1">
                <a:solidFill>
                  <a:srgbClr val="2377C4"/>
                </a:solidFill>
                <a:latin typeface="Malgun Gothic"/>
                <a:ea typeface="Malgun Gothic"/>
              </a:rPr>
              <a:t>3.</a:t>
            </a:r>
            <a:r>
              <a:rPr sz="2800" b="0">
                <a:solidFill>
                  <a:srgbClr val="1F2A37"/>
                </a:solidFill>
                <a:latin typeface="Malgun Gothic"/>
                <a:ea typeface="Malgun Gothic"/>
              </a:rPr>
              <a:t> "한 장이던 지도가 어떻게 됐나요?" 말해 봐요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23760" y="2542032"/>
            <a:ext cx="4416552" cy="3840480"/>
          </a:xfrm>
          <a:prstGeom prst="roundRect">
            <a:avLst>
              <a:gd name="adj" fmla="val 2857"/>
            </a:avLst>
          </a:prstGeom>
          <a:solidFill>
            <a:srgbClr val="FFFFFF">
              <a:alpha val="55000"/>
            </a:srgbClr>
          </a:solidFill>
          <a:ln w="22225">
            <a:solidFill>
              <a:srgbClr val="2377C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360920" y="2679191"/>
            <a:ext cx="1051560" cy="329184"/>
          </a:xfrm>
          <a:prstGeom prst="roundRect">
            <a:avLst>
              <a:gd name="adj" fmla="val 33333"/>
            </a:avLst>
          </a:prstGeom>
          <a:solidFill>
            <a:srgbClr val="237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60920" y="2679191"/>
            <a:ext cx="1051560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</a:rPr>
              <a:t>활동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0" y="3108960"/>
            <a:ext cx="3867912" cy="31089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0">
                <a:solidFill>
                  <a:srgbClr val="4B5560"/>
                </a:solidFill>
                <a:latin typeface="Malgun Gothic"/>
                <a:ea typeface="Malgun Gothic"/>
              </a:rPr>
              <a:t>한 장의 한반도 종이가 둘로 찢어지는 장면(실연 또는 영상)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37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658368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9728"/>
            <a:ext cx="6583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대주제 · 끊어진 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32543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32543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2631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2631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820095" y="274320"/>
            <a:ext cx="420624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2009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2377C4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31387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31387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1097280"/>
            <a:ext cx="3497580" cy="402336"/>
          </a:xfrm>
          <a:prstGeom prst="roundRect">
            <a:avLst>
              <a:gd name="adj" fmla="val 45454"/>
            </a:avLst>
          </a:prstGeom>
          <a:solidFill>
            <a:srgbClr val="237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1097280"/>
            <a:ext cx="73152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3-1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61872" y="1170432"/>
            <a:ext cx="1828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98448" y="1097280"/>
            <a:ext cx="2628900" cy="40233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하나였던 우리나라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572768"/>
            <a:ext cx="11155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</a:rPr>
              <a:t>1945년, 지도 위에 선이 그어졌어요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C9D3F0"/>
                </a:solidFill>
                <a:latin typeface="Malgun Gothic"/>
                <a:ea typeface="Malgun Gothic"/>
              </a:rPr>
              <a:t>REBUILDER 통일교육  ·  초등 저학년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C9D3F0"/>
                </a:solidFill>
                <a:latin typeface="Malgun Gothic"/>
                <a:ea typeface="Malgun Gothic"/>
              </a:rPr>
              <a:t>18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2542032"/>
            <a:ext cx="11091672" cy="3246120"/>
          </a:xfrm>
          <a:prstGeom prst="roundRect">
            <a:avLst>
              <a:gd name="adj" fmla="val 3380"/>
            </a:avLst>
          </a:prstGeom>
          <a:solidFill>
            <a:srgbClr val="FFFFFF">
              <a:alpha val="14000"/>
            </a:srgbClr>
          </a:solidFill>
          <a:ln w="22225">
            <a:solidFill>
              <a:srgbClr val="FFFFFF">
                <a:alpha val="75000"/>
              </a:srgbClr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85800" y="2679191"/>
            <a:ext cx="1051560" cy="329184"/>
          </a:xfrm>
          <a:prstGeom prst="roundRect">
            <a:avLst>
              <a:gd name="adj" fmla="val 33333"/>
            </a:avLst>
          </a:prstGeom>
          <a:solidFill>
            <a:srgbClr val="237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2679191"/>
            <a:ext cx="1051560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</a:rPr>
              <a:t>지도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" y="3108960"/>
            <a:ext cx="10543032" cy="25146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0">
                <a:solidFill>
                  <a:srgbClr val="C9D3F0"/>
                </a:solidFill>
                <a:latin typeface="Malgun Gothic"/>
                <a:ea typeface="Malgun Gothic"/>
              </a:rPr>
              <a:t>한반도 위 38선 표시 일러스트(분홍 점선)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879592"/>
            <a:ext cx="11091672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Malgun Gothic"/>
                <a:ea typeface="Malgun Gothic"/>
              </a:rPr>
              <a:t>나라를 되찾은 해, 땅에는 </a:t>
            </a:r>
            <a:r>
              <a:rPr sz="2400" b="1">
                <a:solidFill>
                  <a:srgbClr val="FFD479"/>
                </a:solidFill>
                <a:latin typeface="Malgun Gothic"/>
                <a:ea typeface="Malgun Gothic"/>
              </a:rPr>
              <a:t>38선</a:t>
            </a:r>
            <a:r>
              <a:rPr sz="2400" b="1">
                <a:solidFill>
                  <a:srgbClr val="FFFFFF"/>
                </a:solidFill>
                <a:latin typeface="Malgun Gothic"/>
                <a:ea typeface="Malgun Gothic"/>
              </a:rPr>
              <a:t>이 생겼어요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37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658368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9728"/>
            <a:ext cx="6583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대주제 · 끊어진 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32543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32543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2631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2631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820095" y="274320"/>
            <a:ext cx="420624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2009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2377C4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31387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31387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1097280"/>
            <a:ext cx="3637280" cy="402336"/>
          </a:xfrm>
          <a:prstGeom prst="roundRect">
            <a:avLst>
              <a:gd name="adj" fmla="val 45454"/>
            </a:avLst>
          </a:prstGeom>
          <a:solidFill>
            <a:srgbClr val="237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1097280"/>
            <a:ext cx="73152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3-2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61872" y="1170432"/>
            <a:ext cx="1828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98448" y="1097280"/>
            <a:ext cx="2768600" cy="40233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만나지 못하는 가족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572768"/>
            <a:ext cx="11155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</a:rPr>
              <a:t>보고 싶어도 만나지 못해요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C9D3F0"/>
                </a:solidFill>
                <a:latin typeface="Malgun Gothic"/>
                <a:ea typeface="Malgun Gothic"/>
              </a:rPr>
              <a:t>REBUILDER 통일교육  ·  초등 저학년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C9D3F0"/>
                </a:solidFill>
                <a:latin typeface="Malgun Gothic"/>
                <a:ea typeface="Malgun Gothic"/>
              </a:rPr>
              <a:t>19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2542032"/>
            <a:ext cx="11091672" cy="3246120"/>
          </a:xfrm>
          <a:prstGeom prst="roundRect">
            <a:avLst>
              <a:gd name="adj" fmla="val 3380"/>
            </a:avLst>
          </a:prstGeom>
          <a:solidFill>
            <a:srgbClr val="FFFFFF">
              <a:alpha val="14000"/>
            </a:srgbClr>
          </a:solidFill>
          <a:ln w="22225">
            <a:solidFill>
              <a:srgbClr val="FFFFFF">
                <a:alpha val="75000"/>
              </a:srgbClr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85800" y="2679191"/>
            <a:ext cx="1051560" cy="329184"/>
          </a:xfrm>
          <a:prstGeom prst="roundRect">
            <a:avLst>
              <a:gd name="adj" fmla="val 33333"/>
            </a:avLst>
          </a:prstGeom>
          <a:solidFill>
            <a:srgbClr val="237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2679191"/>
            <a:ext cx="1051560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</a:rPr>
              <a:t>사진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" y="3108960"/>
            <a:ext cx="10543032" cy="25146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0">
                <a:solidFill>
                  <a:srgbClr val="C9D3F0"/>
                </a:solidFill>
                <a:latin typeface="Malgun Gothic"/>
                <a:ea typeface="Malgun Gothic"/>
              </a:rPr>
              <a:t>이산가족 상봉 행사에서 서로 안아 주는 장면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879592"/>
            <a:ext cx="11091672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Malgun Gothic"/>
                <a:ea typeface="Malgun Gothic"/>
              </a:rPr>
              <a:t>헤어진 가족을 </a:t>
            </a:r>
            <a:r>
              <a:rPr sz="2400" b="1">
                <a:solidFill>
                  <a:srgbClr val="FFD479"/>
                </a:solidFill>
                <a:latin typeface="Malgun Gothic"/>
                <a:ea typeface="Malgun Gothic"/>
              </a:rPr>
              <a:t>이산가족</a:t>
            </a:r>
            <a:r>
              <a:rPr sz="2400" b="1">
                <a:solidFill>
                  <a:srgbClr val="FFFFFF"/>
                </a:solidFill>
                <a:latin typeface="Malgun Gothic"/>
                <a:ea typeface="Malgun Gothic"/>
              </a:rPr>
              <a:t>이라고 해요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37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658368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9728"/>
            <a:ext cx="6583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대주제 · 끊어진 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32543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32543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2631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2631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820095" y="274320"/>
            <a:ext cx="420624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2009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2377C4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31387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31387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1097280"/>
            <a:ext cx="2481579" cy="402336"/>
          </a:xfrm>
          <a:prstGeom prst="roundRect">
            <a:avLst>
              <a:gd name="adj" fmla="val 45454"/>
            </a:avLst>
          </a:prstGeom>
          <a:solidFill>
            <a:srgbClr val="237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1097280"/>
            <a:ext cx="73152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3-3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61872" y="1170432"/>
            <a:ext cx="1828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98448" y="1097280"/>
            <a:ext cx="1612900" cy="40233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끊어진 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572768"/>
            <a:ext cx="11155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</a:rPr>
              <a:t>기차도 길도 끊어졌어요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C9D3F0"/>
                </a:solidFill>
                <a:latin typeface="Malgun Gothic"/>
                <a:ea typeface="Malgun Gothic"/>
              </a:rPr>
              <a:t>REBUILDER 통일교육  ·  초등 저학년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C9D3F0"/>
                </a:solidFill>
                <a:latin typeface="Malgun Gothic"/>
                <a:ea typeface="Malgun Gothic"/>
              </a:rPr>
              <a:t>20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2542032"/>
            <a:ext cx="11091672" cy="3246120"/>
          </a:xfrm>
          <a:prstGeom prst="roundRect">
            <a:avLst>
              <a:gd name="adj" fmla="val 3380"/>
            </a:avLst>
          </a:prstGeom>
          <a:solidFill>
            <a:srgbClr val="FFFFFF">
              <a:alpha val="14000"/>
            </a:srgbClr>
          </a:solidFill>
          <a:ln w="22225">
            <a:solidFill>
              <a:srgbClr val="FFFFFF">
                <a:alpha val="75000"/>
              </a:srgbClr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85800" y="2679191"/>
            <a:ext cx="1051560" cy="329184"/>
          </a:xfrm>
          <a:prstGeom prst="roundRect">
            <a:avLst>
              <a:gd name="adj" fmla="val 33333"/>
            </a:avLst>
          </a:prstGeom>
          <a:solidFill>
            <a:srgbClr val="237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2679191"/>
            <a:ext cx="1051560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</a:rPr>
              <a:t>사진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" y="3108960"/>
            <a:ext cx="10543032" cy="25146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0">
                <a:solidFill>
                  <a:srgbClr val="C9D3F0"/>
                </a:solidFill>
                <a:latin typeface="Malgun Gothic"/>
                <a:ea typeface="Malgun Gothic"/>
              </a:rPr>
              <a:t>임진각 "철마는 달리고 싶다" 증기기관차 / 경의선 도라산역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879592"/>
            <a:ext cx="11091672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Malgun Gothic"/>
                <a:ea typeface="Malgun Gothic"/>
              </a:rPr>
              <a:t>달리고 싶은 기차가 멈춰 서 있어요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37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658368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9728"/>
            <a:ext cx="6583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대주제 · 끊어진 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32543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32543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2631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2631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820095" y="274320"/>
            <a:ext cx="420624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2009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2377C4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31387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31387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1097280"/>
            <a:ext cx="2481579" cy="402336"/>
          </a:xfrm>
          <a:prstGeom prst="roundRect">
            <a:avLst>
              <a:gd name="adj" fmla="val 45454"/>
            </a:avLst>
          </a:prstGeom>
          <a:solidFill>
            <a:srgbClr val="237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1097280"/>
            <a:ext cx="73152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3-3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61872" y="1170432"/>
            <a:ext cx="1828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98448" y="1097280"/>
            <a:ext cx="1612900" cy="40233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끊어진 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572768"/>
            <a:ext cx="11155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</a:rPr>
              <a:t>선만 그어진 게 아니에요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C9D3F0"/>
                </a:solidFill>
                <a:latin typeface="Malgun Gothic"/>
                <a:ea typeface="Malgun Gothic"/>
              </a:rPr>
              <a:t>REBUILDER 통일교육  ·  초등 저학년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C9D3F0"/>
                </a:solidFill>
                <a:latin typeface="Malgun Gothic"/>
                <a:ea typeface="Malgun Gothic"/>
              </a:rPr>
              <a:t>21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2542032"/>
            <a:ext cx="3544824" cy="3108960"/>
          </a:xfrm>
          <a:prstGeom prst="roundRect">
            <a:avLst>
              <a:gd name="adj" fmla="val 5294"/>
            </a:avLst>
          </a:prstGeom>
          <a:solidFill>
            <a:srgbClr val="0F1B3A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1520" y="2724912"/>
            <a:ext cx="502920" cy="502920"/>
          </a:xfrm>
          <a:prstGeom prst="ellipse">
            <a:avLst/>
          </a:prstGeom>
          <a:solidFill>
            <a:srgbClr val="237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272491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3319272"/>
            <a:ext cx="3325368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300" b="1">
                <a:solidFill>
                  <a:srgbClr val="FFFFFF"/>
                </a:solidFill>
                <a:latin typeface="Malgun Gothic"/>
                <a:ea typeface="Malgun Gothic"/>
              </a:rPr>
              <a:t>사람이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4325112"/>
            <a:ext cx="3325368" cy="12344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0">
                <a:solidFill>
                  <a:srgbClr val="C9D3F0"/>
                </a:solidFill>
                <a:latin typeface="Malgun Gothic"/>
                <a:ea typeface="Malgun Gothic"/>
              </a:rPr>
              <a:t>갈라졌어요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22064" y="2542032"/>
            <a:ext cx="3544824" cy="3108960"/>
          </a:xfrm>
          <a:prstGeom prst="roundRect">
            <a:avLst>
              <a:gd name="adj" fmla="val 5294"/>
            </a:avLst>
          </a:prstGeom>
          <a:solidFill>
            <a:srgbClr val="0F1B3A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504944" y="2724912"/>
            <a:ext cx="502920" cy="502920"/>
          </a:xfrm>
          <a:prstGeom prst="ellipse">
            <a:avLst/>
          </a:prstGeom>
          <a:solidFill>
            <a:srgbClr val="C9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04944" y="272491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1792" y="3319272"/>
            <a:ext cx="3325368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300" b="1">
                <a:solidFill>
                  <a:srgbClr val="FFFFFF"/>
                </a:solidFill>
                <a:latin typeface="Malgun Gothic"/>
                <a:ea typeface="Malgun Gothic"/>
              </a:rPr>
              <a:t>가족이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1792" y="4325112"/>
            <a:ext cx="3325368" cy="12344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0">
                <a:solidFill>
                  <a:srgbClr val="C9D3F0"/>
                </a:solidFill>
                <a:latin typeface="Malgun Gothic"/>
                <a:ea typeface="Malgun Gothic"/>
              </a:rPr>
              <a:t>헤어졌어요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95488" y="2542032"/>
            <a:ext cx="3544824" cy="3108960"/>
          </a:xfrm>
          <a:prstGeom prst="roundRect">
            <a:avLst>
              <a:gd name="adj" fmla="val 5294"/>
            </a:avLst>
          </a:prstGeom>
          <a:solidFill>
            <a:srgbClr val="0F1B3A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278367" y="2724912"/>
            <a:ext cx="502920" cy="502920"/>
          </a:xfrm>
          <a:prstGeom prst="ellipse">
            <a:avLst/>
          </a:prstGeom>
          <a:solidFill>
            <a:srgbClr val="6E55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78367" y="272491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05215" y="3319272"/>
            <a:ext cx="3325368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300" b="1">
                <a:solidFill>
                  <a:srgbClr val="FFFFFF"/>
                </a:solidFill>
                <a:latin typeface="Malgun Gothic"/>
                <a:ea typeface="Malgun Gothic"/>
              </a:rPr>
              <a:t>길이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05215" y="4325112"/>
            <a:ext cx="3325368" cy="12344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0">
                <a:solidFill>
                  <a:srgbClr val="C9D3F0"/>
                </a:solidFill>
                <a:latin typeface="Malgun Gothic"/>
                <a:ea typeface="Malgun Gothic"/>
              </a:rPr>
              <a:t>끊어졌어요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5760720"/>
            <a:ext cx="11091672" cy="566928"/>
          </a:xfrm>
          <a:prstGeom prst="roundRect">
            <a:avLst>
              <a:gd name="adj" fmla="val 22580"/>
            </a:avLst>
          </a:prstGeom>
          <a:solidFill>
            <a:srgbClr val="237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5760720"/>
            <a:ext cx="11091672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Malgun Gothic"/>
                <a:ea typeface="Malgun Gothic"/>
              </a:rPr>
              <a:t>분단은 </a:t>
            </a:r>
            <a:r>
              <a:rPr sz="2800" b="1">
                <a:solidFill>
                  <a:srgbClr val="FFFFFF"/>
                </a:solidFill>
                <a:latin typeface="Malgun Gothic"/>
                <a:ea typeface="Malgun Gothic"/>
              </a:rPr>
              <a:t>사람과 가족과 길</a:t>
            </a:r>
            <a:r>
              <a:rPr sz="2800" b="1">
                <a:solidFill>
                  <a:srgbClr val="FFFFFF"/>
                </a:solidFill>
                <a:latin typeface="Malgun Gothic"/>
                <a:ea typeface="Malgun Gothic"/>
              </a:rPr>
              <a:t>이 끊어진 일이에요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E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9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-274320" y="182880"/>
            <a:ext cx="7315200" cy="65836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42000" b="1">
                <a:solidFill>
                  <a:srgbClr val="FFFFFF">
                    <a:alpha val="16000"/>
                  </a:srgbClr>
                </a:solidFill>
                <a:latin typeface="Malgun Gothic"/>
                <a:ea typeface="Malgun Gothic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54864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대주제  PART 4 /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74519"/>
            <a:ext cx="5943600" cy="2743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Malgun Gothic"/>
                <a:ea typeface="Malgun Gothic"/>
              </a:rPr>
              <a:t>함께 자유롭게 살아요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5852160" cy="12801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0">
                <a:solidFill>
                  <a:srgbClr val="FFFFFF"/>
                </a:solidFill>
                <a:latin typeface="Malgun Gothic"/>
                <a:ea typeface="Malgun Gothic"/>
              </a:rPr>
              <a:t>같이 사는 것만으로 충분할까요?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914400"/>
            <a:ext cx="4846320" cy="5029200"/>
          </a:xfrm>
          <a:prstGeom prst="roundRect">
            <a:avLst>
              <a:gd name="adj" fmla="val 4716"/>
            </a:avLst>
          </a:prstGeom>
          <a:solidFill>
            <a:srgbClr val="FFFFFF">
              <a:alpha val="9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1051560"/>
            <a:ext cx="4389120" cy="502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C93A6A"/>
                </a:solidFill>
                <a:latin typeface="Malgun Gothic"/>
                <a:ea typeface="Malgun Gothic"/>
              </a:rPr>
              <a:t>중주제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1783080"/>
            <a:ext cx="868680" cy="868680"/>
          </a:xfrm>
          <a:prstGeom prst="roundRect">
            <a:avLst>
              <a:gd name="adj" fmla="val 15789"/>
            </a:avLst>
          </a:prstGeom>
          <a:solidFill>
            <a:srgbClr val="C9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0" y="1783080"/>
            <a:ext cx="868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4-1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1691640"/>
            <a:ext cx="3474720" cy="10515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Malgun Gothic"/>
                <a:ea typeface="Malgun Gothic"/>
              </a:rPr>
              <a:t>함께, 그리고 자유롭게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0" y="2880360"/>
            <a:ext cx="868680" cy="868680"/>
          </a:xfrm>
          <a:prstGeom prst="roundRect">
            <a:avLst>
              <a:gd name="adj" fmla="val 15789"/>
            </a:avLst>
          </a:prstGeom>
          <a:solidFill>
            <a:srgbClr val="C9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0" y="2880360"/>
            <a:ext cx="868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4-2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788920"/>
            <a:ext cx="3474720" cy="10515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Malgun Gothic"/>
                <a:ea typeface="Malgun Gothic"/>
              </a:rPr>
              <a:t>자유를 착하게 써요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3977639"/>
            <a:ext cx="868680" cy="868680"/>
          </a:xfrm>
          <a:prstGeom prst="roundRect">
            <a:avLst>
              <a:gd name="adj" fmla="val 15789"/>
            </a:avLst>
          </a:prstGeom>
          <a:solidFill>
            <a:srgbClr val="C9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0" y="3977639"/>
            <a:ext cx="868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4-3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3886200"/>
            <a:ext cx="3474720" cy="10515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Malgun Gothic"/>
                <a:ea typeface="Malgun Gothic"/>
              </a:rPr>
              <a:t>오늘의 다짐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5486400"/>
            <a:ext cx="438912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5B6773"/>
                </a:solidFill>
                <a:latin typeface="Malgun Gothic"/>
                <a:ea typeface="Malgun Gothic"/>
              </a:rPr>
              <a:t>⏱ 약 9분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C9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658368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9728"/>
            <a:ext cx="6583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대주제 · 함께 자유롭게 살아요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32543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32543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2631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2631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82009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2009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313871" y="274320"/>
            <a:ext cx="420624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31387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C93A6A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1097280"/>
            <a:ext cx="4030980" cy="402336"/>
          </a:xfrm>
          <a:prstGeom prst="roundRect">
            <a:avLst>
              <a:gd name="adj" fmla="val 45454"/>
            </a:avLst>
          </a:prstGeom>
          <a:solidFill>
            <a:srgbClr val="C9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1097280"/>
            <a:ext cx="73152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4-1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61872" y="1170432"/>
            <a:ext cx="1828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98448" y="1097280"/>
            <a:ext cx="3162299" cy="40233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함께, 그리고 자유롭게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572768"/>
            <a:ext cx="11155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4000" b="1">
                <a:solidFill>
                  <a:srgbClr val="1F2A37"/>
                </a:solidFill>
                <a:latin typeface="Malgun Gothic"/>
                <a:ea typeface="Malgun Gothic"/>
              </a:rPr>
              <a:t>같이 사는 것만으로 충분할까요?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5B6773"/>
                </a:solidFill>
                <a:latin typeface="Malgun Gothic"/>
                <a:ea typeface="Malgun Gothic"/>
              </a:rPr>
              <a:t>REBUILDER 통일교육  ·  초등 저학년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5B6773"/>
                </a:solidFill>
                <a:latin typeface="Malgun Gothic"/>
                <a:ea typeface="Malgun Gothic"/>
              </a:rPr>
              <a:t>23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2542032"/>
            <a:ext cx="11091672" cy="3840480"/>
          </a:xfrm>
          <a:prstGeom prst="roundRect">
            <a:avLst>
              <a:gd name="adj" fmla="val 4285"/>
            </a:avLst>
          </a:prstGeom>
          <a:solidFill>
            <a:srgbClr val="FFFFFF">
              <a:alpha val="94000"/>
            </a:srgbClr>
          </a:solidFill>
          <a:ln w="19050">
            <a:solidFill>
              <a:srgbClr val="C93A6A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2960" y="2770632"/>
            <a:ext cx="2148840" cy="457200"/>
          </a:xfrm>
          <a:prstGeom prst="roundRect">
            <a:avLst>
              <a:gd name="adj" fmla="val 40000"/>
            </a:avLst>
          </a:prstGeom>
          <a:solidFill>
            <a:srgbClr val="C9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2770632"/>
            <a:ext cx="214884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함께 생각해요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3364991"/>
            <a:ext cx="10515600" cy="1600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4400" b="1">
                <a:solidFill>
                  <a:srgbClr val="1F2A37"/>
                </a:solidFill>
                <a:latin typeface="Malgun Gothic"/>
                <a:ea typeface="Malgun Gothic"/>
              </a:rPr>
              <a:t>놀이터에서 </a:t>
            </a:r>
            <a:r>
              <a:rPr sz="4400" b="1">
                <a:solidFill>
                  <a:srgbClr val="C93A6A"/>
                </a:solidFill>
                <a:latin typeface="Malgun Gothic"/>
                <a:ea typeface="Malgun Gothic"/>
              </a:rPr>
              <a:t>한 친구만</a:t>
            </a:r>
            <a:r>
              <a:rPr sz="4400" b="1">
                <a:solidFill>
                  <a:srgbClr val="1F2A37"/>
                </a:solidFill>
                <a:latin typeface="Malgun Gothic"/>
                <a:ea typeface="Malgun Gothic"/>
              </a:rPr>
              <a:t> 규칙을 정하고, 다른 친구는 </a:t>
            </a:r>
            <a:r>
              <a:rPr sz="4400" b="1">
                <a:solidFill>
                  <a:srgbClr val="C93A6A"/>
                </a:solidFill>
                <a:latin typeface="Malgun Gothic"/>
                <a:ea typeface="Malgun Gothic"/>
              </a:rPr>
              <a:t>말도 못 한다면</a:t>
            </a:r>
            <a:r>
              <a:rPr sz="4400" b="1">
                <a:solidFill>
                  <a:srgbClr val="1F2A37"/>
                </a:solidFill>
                <a:latin typeface="Malgun Gothic"/>
                <a:ea typeface="Malgun Gothic"/>
              </a:rPr>
              <a:t>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102352"/>
            <a:ext cx="10515600" cy="11430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600" b="0">
                <a:solidFill>
                  <a:srgbClr val="4B5560"/>
                </a:solidFill>
                <a:latin typeface="Malgun Gothic"/>
                <a:ea typeface="Malgun Gothic"/>
              </a:rPr>
              <a:t>같이 놀아도 즐거울까요?</a:t>
            </a:r>
          </a:p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600" b="0">
                <a:solidFill>
                  <a:srgbClr val="4B5560"/>
                </a:solidFill>
                <a:latin typeface="Malgun Gothic"/>
                <a:ea typeface="Malgun Gothic"/>
              </a:rPr>
              <a:t>어떻게 하면 모두 즐거울까요?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A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C9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658368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9728"/>
            <a:ext cx="6583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대주제 · 함께 자유롭게 살아요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32543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32543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2631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2631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82009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2009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313871" y="274320"/>
            <a:ext cx="420624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31387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C93A6A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1097280"/>
            <a:ext cx="3637280" cy="402336"/>
          </a:xfrm>
          <a:prstGeom prst="roundRect">
            <a:avLst>
              <a:gd name="adj" fmla="val 45454"/>
            </a:avLst>
          </a:prstGeom>
          <a:solidFill>
            <a:srgbClr val="C9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1097280"/>
            <a:ext cx="73152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4-2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61872" y="1170432"/>
            <a:ext cx="1828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98448" y="1097280"/>
            <a:ext cx="2768600" cy="40233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자유를 착하게 써요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572768"/>
            <a:ext cx="11155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4000" b="1">
                <a:solidFill>
                  <a:srgbClr val="3A2A20"/>
                </a:solidFill>
                <a:latin typeface="Malgun Gothic"/>
                <a:ea typeface="Malgun Gothic"/>
              </a:rPr>
              <a:t>받은 자유, 착하게 써요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7A6253"/>
                </a:solidFill>
                <a:latin typeface="Malgun Gothic"/>
                <a:ea typeface="Malgun Gothic"/>
              </a:rPr>
              <a:t>REBUILDER 통일교육  ·  초등 저학년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7A6253"/>
                </a:solidFill>
                <a:latin typeface="Malgun Gothic"/>
                <a:ea typeface="Malgun Gothic"/>
              </a:rPr>
              <a:t>24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2542032"/>
            <a:ext cx="3544824" cy="3840480"/>
          </a:xfrm>
          <a:prstGeom prst="roundRect">
            <a:avLst>
              <a:gd name="adj" fmla="val 4643"/>
            </a:avLst>
          </a:prstGeom>
          <a:solidFill>
            <a:srgbClr val="FFFFFF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1520" y="2724912"/>
            <a:ext cx="502920" cy="502920"/>
          </a:xfrm>
          <a:prstGeom prst="ellipse">
            <a:avLst/>
          </a:prstGeom>
          <a:solidFill>
            <a:srgbClr val="C9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272491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3319272"/>
            <a:ext cx="3325368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300" b="1">
                <a:solidFill>
                  <a:srgbClr val="3A2A20"/>
                </a:solidFill>
                <a:latin typeface="Malgun Gothic"/>
                <a:ea typeface="Malgun Gothic"/>
              </a:rPr>
              <a:t>친구를 도와요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4325112"/>
            <a:ext cx="3325368" cy="1965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0">
                <a:solidFill>
                  <a:srgbClr val="4B5560"/>
                </a:solidFill>
                <a:latin typeface="Malgun Gothic"/>
                <a:ea typeface="Malgun Gothic"/>
              </a:rPr>
              <a:t>내가 가진 것을 나눠요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22064" y="2542032"/>
            <a:ext cx="3544824" cy="3840480"/>
          </a:xfrm>
          <a:prstGeom prst="roundRect">
            <a:avLst>
              <a:gd name="adj" fmla="val 4643"/>
            </a:avLst>
          </a:prstGeom>
          <a:solidFill>
            <a:srgbClr val="FFFFFF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504944" y="2724912"/>
            <a:ext cx="502920" cy="502920"/>
          </a:xfrm>
          <a:prstGeom prst="ellipse">
            <a:avLst/>
          </a:prstGeom>
          <a:solidFill>
            <a:srgbClr val="6E55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04944" y="272491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1792" y="3319272"/>
            <a:ext cx="3325368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300" b="1">
                <a:solidFill>
                  <a:srgbClr val="3A2A20"/>
                </a:solidFill>
                <a:latin typeface="Malgun Gothic"/>
                <a:ea typeface="Malgun Gothic"/>
              </a:rPr>
              <a:t>약속을 지켜요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1792" y="4325112"/>
            <a:ext cx="3325368" cy="1965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0">
                <a:solidFill>
                  <a:srgbClr val="4B5560"/>
                </a:solidFill>
                <a:latin typeface="Malgun Gothic"/>
                <a:ea typeface="Malgun Gothic"/>
              </a:rPr>
              <a:t>자유는 책임도 있어요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95488" y="2542032"/>
            <a:ext cx="3544824" cy="3840480"/>
          </a:xfrm>
          <a:prstGeom prst="roundRect">
            <a:avLst>
              <a:gd name="adj" fmla="val 4643"/>
            </a:avLst>
          </a:prstGeom>
          <a:solidFill>
            <a:srgbClr val="FFFFFF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278367" y="2724912"/>
            <a:ext cx="502920" cy="502920"/>
          </a:xfrm>
          <a:prstGeom prst="ellipse">
            <a:avLst/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78367" y="272491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05215" y="3319272"/>
            <a:ext cx="3325368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300" b="1">
                <a:solidFill>
                  <a:srgbClr val="3A2A20"/>
                </a:solidFill>
                <a:latin typeface="Malgun Gothic"/>
                <a:ea typeface="Malgun Gothic"/>
              </a:rPr>
              <a:t>기도해요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05215" y="4325112"/>
            <a:ext cx="3325368" cy="1965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0">
                <a:solidFill>
                  <a:srgbClr val="4B5560"/>
                </a:solidFill>
                <a:latin typeface="Malgun Gothic"/>
                <a:ea typeface="Malgun Gothic"/>
              </a:rPr>
              <a:t>북쪽 친구를 위해서요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A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C9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658368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9728"/>
            <a:ext cx="6583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대주제 · 함께 자유롭게 살아요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32543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32543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2631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2631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82009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2009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313871" y="274320"/>
            <a:ext cx="420624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31387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C93A6A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1097280"/>
            <a:ext cx="2735580" cy="402336"/>
          </a:xfrm>
          <a:prstGeom prst="roundRect">
            <a:avLst>
              <a:gd name="adj" fmla="val 45454"/>
            </a:avLst>
          </a:prstGeom>
          <a:solidFill>
            <a:srgbClr val="C9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1097280"/>
            <a:ext cx="73152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4-3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61872" y="1170432"/>
            <a:ext cx="1828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98448" y="1097280"/>
            <a:ext cx="1866900" cy="40233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오늘의 다짐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572768"/>
            <a:ext cx="11155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4000" b="1">
                <a:solidFill>
                  <a:srgbClr val="3A2A20"/>
                </a:solidFill>
                <a:latin typeface="Malgun Gothic"/>
                <a:ea typeface="Malgun Gothic"/>
              </a:rPr>
              <a:t>오늘의 다짐을 써요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7A6253"/>
                </a:solidFill>
                <a:latin typeface="Malgun Gothic"/>
                <a:ea typeface="Malgun Gothic"/>
              </a:rPr>
              <a:t>REBUILDER 통일교육  ·  초등 저학년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7A6253"/>
                </a:solidFill>
                <a:latin typeface="Malgun Gothic"/>
                <a:ea typeface="Malgun Gothic"/>
              </a:rPr>
              <a:t>25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2542032"/>
            <a:ext cx="6492240" cy="3840480"/>
          </a:xfrm>
          <a:prstGeom prst="roundRect">
            <a:avLst>
              <a:gd name="adj" fmla="val 4285"/>
            </a:avLst>
          </a:prstGeom>
          <a:solidFill>
            <a:srgbClr val="FFFFFF">
              <a:alpha val="92000"/>
            </a:srgbClr>
          </a:solidFill>
          <a:ln w="19050">
            <a:solidFill>
              <a:srgbClr val="C93A6A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77240" y="2724912"/>
            <a:ext cx="1188720" cy="420624"/>
          </a:xfrm>
          <a:prstGeom prst="roundRect">
            <a:avLst>
              <a:gd name="adj" fmla="val 39130"/>
            </a:avLst>
          </a:prstGeom>
          <a:solidFill>
            <a:srgbClr val="C9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2724912"/>
            <a:ext cx="1188720" cy="42062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활동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2724912"/>
            <a:ext cx="2743200" cy="42062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4B5560"/>
                </a:solidFill>
                <a:latin typeface="Malgun Gothic"/>
                <a:ea typeface="Malgun Gothic"/>
              </a:rPr>
              <a:t>⏱ 3분 · 다짐 카드·색연필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3273552"/>
            <a:ext cx="6035040" cy="2971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2800" b="1">
                <a:solidFill>
                  <a:srgbClr val="C93A6A"/>
                </a:solidFill>
                <a:latin typeface="Malgun Gothic"/>
                <a:ea typeface="Malgun Gothic"/>
              </a:rPr>
              <a:t>1.</a:t>
            </a:r>
            <a:r>
              <a:rPr sz="2800" b="0">
                <a:solidFill>
                  <a:srgbClr val="3A2A20"/>
                </a:solidFill>
                <a:latin typeface="Malgun Gothic"/>
                <a:ea typeface="Malgun Gothic"/>
              </a:rPr>
              <a:t> "</a:t>
            </a:r>
            <a:r>
              <a:rPr sz="2800" b="1">
                <a:solidFill>
                  <a:srgbClr val="C93A6A"/>
                </a:solidFill>
                <a:latin typeface="Malgun Gothic"/>
                <a:ea typeface="Malgun Gothic"/>
              </a:rPr>
              <a:t>나는</a:t>
            </a:r>
            <a:r>
              <a:rPr sz="2800" b="0">
                <a:solidFill>
                  <a:srgbClr val="3A2A20"/>
                </a:solidFill>
                <a:latin typeface="Malgun Gothic"/>
                <a:ea typeface="Malgun Gothic"/>
              </a:rPr>
              <a:t> ____ 해요" 한 줄 쓰기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2800" b="1">
                <a:solidFill>
                  <a:srgbClr val="C93A6A"/>
                </a:solidFill>
                <a:latin typeface="Malgun Gothic"/>
                <a:ea typeface="Malgun Gothic"/>
              </a:rPr>
              <a:t>2.</a:t>
            </a:r>
            <a:r>
              <a:rPr sz="2800" b="0">
                <a:solidFill>
                  <a:srgbClr val="3A2A20"/>
                </a:solidFill>
                <a:latin typeface="Malgun Gothic"/>
                <a:ea typeface="Malgun Gothic"/>
              </a:rPr>
              <a:t> 북쪽 친구를 위한 </a:t>
            </a:r>
            <a:r>
              <a:rPr sz="2800" b="1">
                <a:solidFill>
                  <a:srgbClr val="C93A6A"/>
                </a:solidFill>
                <a:latin typeface="Malgun Gothic"/>
                <a:ea typeface="Malgun Gothic"/>
              </a:rPr>
              <a:t>기도 한 줄</a:t>
            </a:r>
            <a:r>
              <a:rPr sz="2800" b="0">
                <a:solidFill>
                  <a:srgbClr val="3A2A20"/>
                </a:solidFill>
                <a:latin typeface="Malgun Gothic"/>
                <a:ea typeface="Malgun Gothic"/>
              </a:rPr>
              <a:t> 쓰기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2800" b="1">
                <a:solidFill>
                  <a:srgbClr val="C93A6A"/>
                </a:solidFill>
                <a:latin typeface="Malgun Gothic"/>
                <a:ea typeface="Malgun Gothic"/>
              </a:rPr>
              <a:t>3.</a:t>
            </a:r>
            <a:r>
              <a:rPr sz="2800" b="0">
                <a:solidFill>
                  <a:srgbClr val="3A2A20"/>
                </a:solidFill>
                <a:latin typeface="Malgun Gothic"/>
                <a:ea typeface="Malgun Gothic"/>
              </a:rPr>
              <a:t> 한 명씩 </a:t>
            </a:r>
            <a:r>
              <a:rPr sz="2800" b="1">
                <a:solidFill>
                  <a:srgbClr val="C93A6A"/>
                </a:solidFill>
                <a:latin typeface="Malgun Gothic"/>
                <a:ea typeface="Malgun Gothic"/>
              </a:rPr>
              <a:t>다짐 카드</a:t>
            </a:r>
            <a:r>
              <a:rPr sz="2800" b="0">
                <a:solidFill>
                  <a:srgbClr val="3A2A20"/>
                </a:solidFill>
                <a:latin typeface="Malgun Gothic"/>
                <a:ea typeface="Malgun Gothic"/>
              </a:rPr>
              <a:t>를 들어 보여 줘요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23760" y="2542032"/>
            <a:ext cx="4416552" cy="3840480"/>
          </a:xfrm>
          <a:prstGeom prst="roundRect">
            <a:avLst>
              <a:gd name="adj" fmla="val 2857"/>
            </a:avLst>
          </a:prstGeom>
          <a:solidFill>
            <a:srgbClr val="FFFFFF">
              <a:alpha val="55000"/>
            </a:srgbClr>
          </a:solidFill>
          <a:ln w="22225">
            <a:solidFill>
              <a:srgbClr val="C93A6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360920" y="2679191"/>
            <a:ext cx="1051560" cy="329184"/>
          </a:xfrm>
          <a:prstGeom prst="roundRect">
            <a:avLst>
              <a:gd name="adj" fmla="val 33333"/>
            </a:avLst>
          </a:prstGeom>
          <a:solidFill>
            <a:srgbClr val="C9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60920" y="2679191"/>
            <a:ext cx="1051560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</a:rPr>
              <a:t>활동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0" y="3108960"/>
            <a:ext cx="3867912" cy="31089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0">
                <a:solidFill>
                  <a:srgbClr val="4B5560"/>
                </a:solidFill>
                <a:latin typeface="Malgun Gothic"/>
                <a:ea typeface="Malgun Gothic"/>
              </a:rPr>
              <a:t>다짐 카드 양식(별 모양 카드)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A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C9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658368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9728"/>
            <a:ext cx="6583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대주제 · 함께 자유롭게 살아요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32543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32543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2631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2631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82009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2009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313871" y="274320"/>
            <a:ext cx="420624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31387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C93A6A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1097280"/>
            <a:ext cx="2735580" cy="402336"/>
          </a:xfrm>
          <a:prstGeom prst="roundRect">
            <a:avLst>
              <a:gd name="adj" fmla="val 45454"/>
            </a:avLst>
          </a:prstGeom>
          <a:solidFill>
            <a:srgbClr val="C9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1097280"/>
            <a:ext cx="73152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4-3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61872" y="1170432"/>
            <a:ext cx="1828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98448" y="1097280"/>
            <a:ext cx="1866900" cy="40233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오늘의 다짐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572768"/>
            <a:ext cx="11155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4000" b="1">
                <a:solidFill>
                  <a:srgbClr val="3A2A20"/>
                </a:solidFill>
                <a:latin typeface="Malgun Gothic"/>
                <a:ea typeface="Malgun Gothic"/>
              </a:rPr>
              <a:t>오늘 기억할 세 가지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7A6253"/>
                </a:solidFill>
                <a:latin typeface="Malgun Gothic"/>
                <a:ea typeface="Malgun Gothic"/>
              </a:rPr>
              <a:t>REBUILDER 통일교육  ·  초등 저학년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7A6253"/>
                </a:solidFill>
                <a:latin typeface="Malgun Gothic"/>
                <a:ea typeface="Malgun Gothic"/>
              </a:rPr>
              <a:t>26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2542032"/>
            <a:ext cx="3544824" cy="3108960"/>
          </a:xfrm>
          <a:prstGeom prst="roundRect">
            <a:avLst>
              <a:gd name="adj" fmla="val 5294"/>
            </a:avLst>
          </a:prstGeom>
          <a:solidFill>
            <a:srgbClr val="FFFFFF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1520" y="2724912"/>
            <a:ext cx="502920" cy="502920"/>
          </a:xfrm>
          <a:prstGeom prst="ellipse">
            <a:avLst/>
          </a:prstGeom>
          <a:solidFill>
            <a:srgbClr val="C9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272491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3319272"/>
            <a:ext cx="3325368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300" b="1">
                <a:solidFill>
                  <a:srgbClr val="3A2A20"/>
                </a:solidFill>
                <a:latin typeface="Malgun Gothic"/>
                <a:ea typeface="Malgun Gothic"/>
              </a:rPr>
              <a:t>북쪽에도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4325112"/>
            <a:ext cx="3325368" cy="12344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0">
                <a:solidFill>
                  <a:srgbClr val="4B5560"/>
                </a:solidFill>
                <a:latin typeface="Malgun Gothic"/>
                <a:ea typeface="Malgun Gothic"/>
              </a:rPr>
              <a:t>친구가 살아요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22064" y="2542032"/>
            <a:ext cx="3544824" cy="3108960"/>
          </a:xfrm>
          <a:prstGeom prst="roundRect">
            <a:avLst>
              <a:gd name="adj" fmla="val 5294"/>
            </a:avLst>
          </a:prstGeom>
          <a:solidFill>
            <a:srgbClr val="FFFFFF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504944" y="2724912"/>
            <a:ext cx="502920" cy="502920"/>
          </a:xfrm>
          <a:prstGeom prst="ellipse">
            <a:avLst/>
          </a:prstGeom>
          <a:solidFill>
            <a:srgbClr val="6E55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04944" y="272491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1792" y="3319272"/>
            <a:ext cx="3325368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300" b="1">
                <a:solidFill>
                  <a:srgbClr val="3A2A20"/>
                </a:solidFill>
                <a:latin typeface="Malgun Gothic"/>
                <a:ea typeface="Malgun Gothic"/>
              </a:rPr>
              <a:t>자유는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1792" y="4325112"/>
            <a:ext cx="3325368" cy="12344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0">
                <a:solidFill>
                  <a:srgbClr val="4B5560"/>
                </a:solidFill>
                <a:latin typeface="Malgun Gothic"/>
                <a:ea typeface="Malgun Gothic"/>
              </a:rPr>
              <a:t>소중해요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95488" y="2542032"/>
            <a:ext cx="3544824" cy="3108960"/>
          </a:xfrm>
          <a:prstGeom prst="roundRect">
            <a:avLst>
              <a:gd name="adj" fmla="val 5294"/>
            </a:avLst>
          </a:prstGeom>
          <a:solidFill>
            <a:srgbClr val="FFFFFF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278367" y="2724912"/>
            <a:ext cx="502920" cy="502920"/>
          </a:xfrm>
          <a:prstGeom prst="ellipse">
            <a:avLst/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78367" y="272491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05215" y="3319272"/>
            <a:ext cx="3325368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300" b="1">
                <a:solidFill>
                  <a:srgbClr val="3A2A20"/>
                </a:solidFill>
                <a:latin typeface="Malgun Gothic"/>
                <a:ea typeface="Malgun Gothic"/>
              </a:rPr>
              <a:t>자유는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05215" y="4325112"/>
            <a:ext cx="3325368" cy="12344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0">
                <a:solidFill>
                  <a:srgbClr val="4B5560"/>
                </a:solidFill>
                <a:latin typeface="Malgun Gothic"/>
                <a:ea typeface="Malgun Gothic"/>
              </a:rPr>
              <a:t>착하게 써요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5760720"/>
            <a:ext cx="11091672" cy="566928"/>
          </a:xfrm>
          <a:prstGeom prst="roundRect">
            <a:avLst>
              <a:gd name="adj" fmla="val 22580"/>
            </a:avLst>
          </a:prstGeom>
          <a:solidFill>
            <a:srgbClr val="C9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5760720"/>
            <a:ext cx="11091672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Malgun Gothic"/>
                <a:ea typeface="Malgun Gothic"/>
              </a:rPr>
              <a:t>통일이 오면 나는 무엇을 하고 싶나요?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K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371600" y="1463040"/>
            <a:ext cx="9418320" cy="3657600"/>
          </a:xfrm>
          <a:prstGeom prst="roundRect">
            <a:avLst>
              <a:gd name="adj" fmla="val 8750"/>
            </a:avLst>
          </a:prstGeom>
          <a:solidFill>
            <a:srgbClr val="FFFFFF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737360"/>
            <a:ext cx="8869680" cy="17373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6000" b="1">
                <a:solidFill>
                  <a:srgbClr val="1F8A5B"/>
                </a:solidFill>
                <a:latin typeface="Malgun Gothic"/>
                <a:ea typeface="Malgun Gothic"/>
              </a:rPr>
              <a:t>고마워요</a:t>
            </a:r>
            <a:r>
              <a:rPr sz="6000" b="1">
                <a:solidFill>
                  <a:srgbClr val="1F2A37"/>
                </a:solidFill>
                <a:latin typeface="Malgun Gothic"/>
                <a:ea typeface="Malgun Gothic"/>
              </a:rPr>
              <a:t>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3566160"/>
            <a:ext cx="8869680" cy="12801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2800" b="0">
                <a:solidFill>
                  <a:srgbClr val="5B6773"/>
                </a:solidFill>
                <a:latin typeface="Malgun Gothic"/>
                <a:ea typeface="Malgun Gothic"/>
              </a:rPr>
              <a:t>통일이 언제 올지는 몰라도</a:t>
            </a:r>
          </a:p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2800" b="0">
                <a:solidFill>
                  <a:srgbClr val="5B6773"/>
                </a:solidFill>
                <a:latin typeface="Malgun Gothic"/>
                <a:ea typeface="Malgun Gothic"/>
              </a:rPr>
              <a:t>준비된 사람은 </a:t>
            </a:r>
            <a:r>
              <a:rPr sz="2800" b="1">
                <a:solidFill>
                  <a:srgbClr val="5B6773"/>
                </a:solidFill>
                <a:latin typeface="Malgun Gothic"/>
                <a:ea typeface="Malgun Gothic"/>
              </a:rPr>
              <a:t>오늘</a:t>
            </a:r>
            <a:r>
              <a:rPr sz="2800" b="0">
                <a:solidFill>
                  <a:srgbClr val="5B6773"/>
                </a:solidFill>
                <a:latin typeface="Malgun Gothic"/>
                <a:ea typeface="Malgun Gothic"/>
              </a:rPr>
              <a:t> 될 수 있어요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5B6773"/>
                </a:solidFill>
                <a:latin typeface="Malgun Gothic"/>
                <a:ea typeface="Malgun Gothic"/>
              </a:rPr>
              <a:t>REBUILDER 통일교육  ·  초등 저학년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5B6773"/>
                </a:solidFill>
                <a:latin typeface="Malgun Gothic"/>
                <a:ea typeface="Malgun Gothic"/>
              </a:rPr>
              <a:t>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